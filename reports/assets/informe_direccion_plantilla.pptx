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5.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ppt/charts/chart2.xml" ContentType="application/vnd.openxmlformats-officedocument.drawingml.chart+xml"/>
  <Override PartName="/ppt/theme/themeOverride2.xml" ContentType="application/vnd.openxmlformats-officedocument.themeOverr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theme/themeOverride3.xml" ContentType="application/vnd.openxmlformats-officedocument.themeOverride+xml"/>
  <Override PartName="/ppt/charts/chart14.xml" ContentType="application/vnd.openxmlformats-officedocument.drawingml.chart+xml"/>
  <Override PartName="/ppt/theme/themeOverride4.xml" ContentType="application/vnd.openxmlformats-officedocument.themeOverride+xml"/>
  <Override PartName="/ppt/charts/chart15.xml" ContentType="application/vnd.openxmlformats-officedocument.drawingml.chart+xml"/>
  <Override PartName="/ppt/theme/themeOverride5.xml" ContentType="application/vnd.openxmlformats-officedocument.themeOverride+xml"/>
  <Override PartName="/ppt/charts/chart16.xml" ContentType="application/vnd.openxmlformats-officedocument.drawingml.chart+xml"/>
  <Override PartName="/ppt/theme/themeOverride6.xml" ContentType="application/vnd.openxmlformats-officedocument.themeOverride+xml"/>
  <Override PartName="/ppt/notesSlides/notesSlide7.xml" ContentType="application/vnd.openxmlformats-officedocument.presentationml.notesSlide+xml"/>
  <Override PartName="/ppt/charts/chart17.xml" ContentType="application/vnd.openxmlformats-officedocument.drawingml.chart+xml"/>
  <Override PartName="/ppt/theme/themeOverride7.xml" ContentType="application/vnd.openxmlformats-officedocument.themeOverride+xml"/>
  <Override PartName="/ppt/notesSlides/notesSlide8.xml" ContentType="application/vnd.openxmlformats-officedocument.presentationml.notesSlide+xml"/>
  <Override PartName="/ppt/charts/chart18.xml" ContentType="application/vnd.openxmlformats-officedocument.drawingml.chart+xml"/>
  <Override PartName="/ppt/theme/themeOverride8.xml" ContentType="application/vnd.openxmlformats-officedocument.themeOverride+xml"/>
  <Override PartName="/ppt/notesSlides/notesSlide9.xml" ContentType="application/vnd.openxmlformats-officedocument.presentationml.notesSlide+xml"/>
  <Override PartName="/ppt/charts/chart19.xml" ContentType="application/vnd.openxmlformats-officedocument.drawingml.chart+xml"/>
  <Override PartName="/ppt/notesSlides/notesSlide10.xml" ContentType="application/vnd.openxmlformats-officedocument.presentationml.notesSlide+xml"/>
  <Override PartName="/ppt/charts/chart20.xml" ContentType="application/vnd.openxmlformats-officedocument.drawingml.chart+xml"/>
  <Override PartName="/ppt/theme/themeOverride9.xml" ContentType="application/vnd.openxmlformats-officedocument.themeOverride+xml"/>
  <Override PartName="/ppt/notesSlides/notesSlide11.xml" ContentType="application/vnd.openxmlformats-officedocument.presentationml.notesSlide+xml"/>
  <Override PartName="/ppt/charts/chart21.xml" ContentType="application/vnd.openxmlformats-officedocument.drawingml.chart+xml"/>
  <Override PartName="/ppt/theme/themeOverride10.xml" ContentType="application/vnd.openxmlformats-officedocument.themeOverr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6.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7.xml" ContentType="application/vnd.openxmlformats-officedocument.presentationml.tags+xml"/>
  <Override PartName="/ppt/notesSlides/notesSlide21.xml" ContentType="application/vnd.openxmlformats-officedocument.presentationml.notesSlide+xml"/>
  <Override PartName="/ppt/tags/tag8.xml" ContentType="application/vnd.openxmlformats-officedocument.presentationml.tag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3" r:id="rId4"/>
  </p:sldMasterIdLst>
  <p:notesMasterIdLst>
    <p:notesMasterId r:id="rId27"/>
  </p:notesMasterIdLst>
  <p:handoutMasterIdLst>
    <p:handoutMasterId r:id="rId28"/>
  </p:handoutMasterIdLst>
  <p:sldIdLst>
    <p:sldId id="1180" r:id="rId5"/>
    <p:sldId id="2145708540" r:id="rId6"/>
    <p:sldId id="2145708541" r:id="rId7"/>
    <p:sldId id="1809" r:id="rId8"/>
    <p:sldId id="2145708532" r:id="rId9"/>
    <p:sldId id="2145708533" r:id="rId10"/>
    <p:sldId id="2145708534" r:id="rId11"/>
    <p:sldId id="2145708535" r:id="rId12"/>
    <p:sldId id="2145708536" r:id="rId13"/>
    <p:sldId id="2145708537" r:id="rId14"/>
    <p:sldId id="2145708515" r:id="rId15"/>
    <p:sldId id="2145708529" r:id="rId16"/>
    <p:sldId id="2145708525" r:id="rId17"/>
    <p:sldId id="2145708526" r:id="rId18"/>
    <p:sldId id="2145708527" r:id="rId19"/>
    <p:sldId id="2145708528" r:id="rId20"/>
    <p:sldId id="2145708538" r:id="rId21"/>
    <p:sldId id="2145708542" r:id="rId22"/>
    <p:sldId id="2145708273" r:id="rId23"/>
    <p:sldId id="2145708522" r:id="rId24"/>
    <p:sldId id="2145708281" r:id="rId25"/>
    <p:sldId id="2145708235" r:id="rId26"/>
  </p:sldIdLst>
  <p:sldSz cx="12192000" cy="6858000"/>
  <p:notesSz cx="9918700" cy="6819900"/>
  <p:custDataLst>
    <p:tags r:id="rId29"/>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73813A2D-9466-4AC2-A38D-2191221A7DB3}">
          <p14:sldIdLst>
            <p14:sldId id="1180"/>
            <p14:sldId id="2145708540"/>
            <p14:sldId id="2145708541"/>
            <p14:sldId id="1809"/>
            <p14:sldId id="2145708532"/>
            <p14:sldId id="2145708533"/>
            <p14:sldId id="2145708534"/>
            <p14:sldId id="2145708535"/>
            <p14:sldId id="2145708536"/>
            <p14:sldId id="2145708537"/>
            <p14:sldId id="2145708515"/>
            <p14:sldId id="2145708529"/>
            <p14:sldId id="2145708525"/>
            <p14:sldId id="2145708526"/>
            <p14:sldId id="2145708527"/>
            <p14:sldId id="2145708528"/>
            <p14:sldId id="2145708538"/>
            <p14:sldId id="2145708542"/>
            <p14:sldId id="2145708273"/>
            <p14:sldId id="2145708522"/>
            <p14:sldId id="2145708281"/>
            <p14:sldId id="2145708235"/>
          </p14:sldIdLst>
        </p14:section>
      </p14:sectionLst>
    </p:ext>
    <p:ext uri="{EFAFB233-063F-42B5-8137-9DF3F51BA10A}">
      <p15:sldGuideLst xmlns:p15="http://schemas.microsoft.com/office/powerpoint/2012/main">
        <p15:guide id="1" orient="horz" pos="4168" userDrawn="1">
          <p15:clr>
            <a:srgbClr val="A4A3A4"/>
          </p15:clr>
        </p15:guide>
        <p15:guide id="2" pos="7333" userDrawn="1">
          <p15:clr>
            <a:srgbClr val="A4A3A4"/>
          </p15:clr>
        </p15:guide>
        <p15:guide id="3" orient="horz" pos="1344" userDrawn="1">
          <p15:clr>
            <a:srgbClr val="A4A3A4"/>
          </p15:clr>
        </p15:guide>
        <p15:guide id="4" orient="horz" pos="774" userDrawn="1">
          <p15:clr>
            <a:srgbClr val="A4A3A4"/>
          </p15:clr>
        </p15:guide>
        <p15:guide id="6" pos="846" userDrawn="1">
          <p15:clr>
            <a:srgbClr val="A4A3A4"/>
          </p15:clr>
        </p15:guide>
        <p15:guide id="7" orient="horz" pos="2115" userDrawn="1">
          <p15:clr>
            <a:srgbClr val="A4A3A4"/>
          </p15:clr>
        </p15:guide>
        <p15:guide id="9" pos="4767" userDrawn="1">
          <p15:clr>
            <a:srgbClr val="A4A3A4"/>
          </p15:clr>
        </p15:guide>
        <p15:guide id="11" orient="horz" pos="3896" userDrawn="1">
          <p15:clr>
            <a:srgbClr val="A4A3A4"/>
          </p15:clr>
        </p15:guide>
      </p15:sldGuideLst>
    </p:ext>
    <p:ext uri="{2D200454-40CA-4A62-9FC3-DE9A4176ACB9}">
      <p15:notesGuideLst xmlns:p15="http://schemas.microsoft.com/office/powerpoint/2012/main">
        <p15:guide id="1" orient="horz" pos="2213" userDrawn="1">
          <p15:clr>
            <a:srgbClr val="A4A3A4"/>
          </p15:clr>
        </p15:guide>
        <p15:guide id="2" orient="horz" pos="2149" userDrawn="1">
          <p15:clr>
            <a:srgbClr val="A4A3A4"/>
          </p15:clr>
        </p15:guide>
        <p15:guide id="3" pos="3258" userDrawn="1">
          <p15:clr>
            <a:srgbClr val="A4A3A4"/>
          </p15:clr>
        </p15:guide>
        <p15:guide id="4" pos="3126"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2AA8F1A-71F8-1845-8469-C4E437507868}" name="Tatiana Lopez" initials="TL" userId="S::tlopez@mecalux.com::3de54c94-a24a-45d4-a33f-fcfa31ca9cc7" providerId="AD"/>
  <p188:author id="{CF265965-71D0-766B-74F1-DC1B0451BA25}" name="Maxim Janssen" initials="MJ" userId="S::mjanssen@mecalux.com::140cb04c-1608-4496-ac04-df68a2c6d3b2" providerId="AD"/>
  <p188:author id="{0B9D7397-9FDC-0EBF-4793-6CDDFD800121}" name="Sergi Petit Salas" initials="SS" userId="S::sergi.petit@mecalux.com::e840f596-5331-485d-9627-8fe83a460a10" providerId="AD"/>
  <p188:author id="{74E163C3-E14D-36C4-BB43-92F114312BFE}" name="Carmen Crespo Conde" initials="CC" userId="S::carmen.crespo@mecalux.com::02d5af1a-df0f-4dcf-9f61-7653634b2639"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Alvaro Blanco Perez" initials="AB" lastIdx="1" clrIdx="6">
    <p:extLst>
      <p:ext uri="{19B8F6BF-5375-455C-9EA6-DF929625EA0E}">
        <p15:presenceInfo xmlns:p15="http://schemas.microsoft.com/office/powerpoint/2012/main" userId="S::alvaro.blanco@mecalux.com::b1508134-6501-4206-805f-32e2b701fcf9" providerId="AD"/>
      </p:ext>
    </p:extLst>
  </p:cmAuthor>
  <p:cmAuthor id="1" name="Shenice Parkyn" initials="SP" lastIdx="0" clrIdx="0">
    <p:extLst>
      <p:ext uri="{19B8F6BF-5375-455C-9EA6-DF929625EA0E}">
        <p15:presenceInfo xmlns:p15="http://schemas.microsoft.com/office/powerpoint/2012/main" userId="S-1-5-21-2079082624-1001472106-643713613-81173" providerId="AD"/>
      </p:ext>
    </p:extLst>
  </p:cmAuthor>
  <p:cmAuthor id="2" name="Eduardo Gomez Suarez" initials="EGS" lastIdx="0" clrIdx="1">
    <p:extLst>
      <p:ext uri="{19B8F6BF-5375-455C-9EA6-DF929625EA0E}">
        <p15:presenceInfo xmlns:p15="http://schemas.microsoft.com/office/powerpoint/2012/main" userId="S::eduardo.gomez@mecalux.com::05a1598d-0f1b-411f-adf1-dd96ed75a5b6" providerId="AD"/>
      </p:ext>
    </p:extLst>
  </p:cmAuthor>
  <p:cmAuthor id="3" name="Alejandro" initials="A" lastIdx="0" clrIdx="2">
    <p:extLst>
      <p:ext uri="{19B8F6BF-5375-455C-9EA6-DF929625EA0E}">
        <p15:presenceInfo xmlns:p15="http://schemas.microsoft.com/office/powerpoint/2012/main" userId="S::Alejandro.Gonzalez@mecalux.com::8a4367e7-011b-4a0e-a2de-626624a3f24d" providerId="AD"/>
      </p:ext>
    </p:extLst>
  </p:cmAuthor>
  <p:cmAuthor id="4" name="Anna Alsina Bardagi" initials="AAB" lastIdx="8" clrIdx="3">
    <p:extLst>
      <p:ext uri="{19B8F6BF-5375-455C-9EA6-DF929625EA0E}">
        <p15:presenceInfo xmlns:p15="http://schemas.microsoft.com/office/powerpoint/2012/main" userId="S::anna.alsina@mecalux.com::a9075607-7c07-49dd-a327-9ea66300c26a" providerId="AD"/>
      </p:ext>
    </p:extLst>
  </p:cmAuthor>
  <p:cmAuthor id="5" name="Cesar Marquez Perez" initials="CMP" lastIdx="13" clrIdx="4">
    <p:extLst>
      <p:ext uri="{19B8F6BF-5375-455C-9EA6-DF929625EA0E}">
        <p15:presenceInfo xmlns:p15="http://schemas.microsoft.com/office/powerpoint/2012/main" userId="S::CesarMarquez@mecalux.com::b43f9398-2344-460c-85ce-f685be385be3" providerId="AD"/>
      </p:ext>
    </p:extLst>
  </p:cmAuthor>
  <p:cmAuthor id="6" name="Mary Katherine Hogan" initials="MH" lastIdx="1" clrIdx="5">
    <p:extLst>
      <p:ext uri="{19B8F6BF-5375-455C-9EA6-DF929625EA0E}">
        <p15:presenceInfo xmlns:p15="http://schemas.microsoft.com/office/powerpoint/2012/main" userId="S::Mary.Hogan@mecalux.com::a0f47b93-2c69-4e0d-b00a-74d58ed4343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5892"/>
    <a:srgbClr val="FF8205"/>
    <a:srgbClr val="3D6DC3"/>
    <a:srgbClr val="FF99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DBED569-4797-4DF1-A0F4-6AAB3CD982D8}" styleName="Estilo claro 3 - Acento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196" autoAdjust="0"/>
    <p:restoredTop sz="94190" autoAdjust="0"/>
  </p:normalViewPr>
  <p:slideViewPr>
    <p:cSldViewPr snapToGrid="0">
      <p:cViewPr varScale="1">
        <p:scale>
          <a:sx n="115" d="100"/>
          <a:sy n="115" d="100"/>
        </p:scale>
        <p:origin x="132" y="258"/>
      </p:cViewPr>
      <p:guideLst>
        <p:guide orient="horz" pos="4168"/>
        <p:guide pos="7333"/>
        <p:guide orient="horz" pos="1344"/>
        <p:guide orient="horz" pos="774"/>
        <p:guide pos="846"/>
        <p:guide orient="horz" pos="2115"/>
        <p:guide pos="4767"/>
        <p:guide orient="horz" pos="3896"/>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2213"/>
        <p:guide orient="horz" pos="2149"/>
        <p:guide pos="3258"/>
        <p:guide pos="3126"/>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commentAuthors" Target="commentAuthors.xml"/><Relationship Id="rId35" Type="http://schemas.microsoft.com/office/2018/10/relationships/authors" Target="authors.xml"/><Relationship Id="rId8" Type="http://schemas.openxmlformats.org/officeDocument/2006/relationships/slide" Target="slides/slide4.xml"/></Relationships>
</file>

<file path=ppt/charts/_rels/chart1.xml.rels><?xml version="1.0" encoding="UTF-8" standalone="yes"?>
<Relationships xmlns="http://schemas.openxmlformats.org/package/2006/relationships"><Relationship Id="rId2" Type="http://schemas.openxmlformats.org/officeDocument/2006/relationships/oleObject" Target="file:///\\GijCIFS01\MSS\Postventa\Ampliaciones\General\JEFATURA%20PROYECTOS\Informe%20direcci&#243;n\2641\20261005_Generador_Informe.xlsm" TargetMode="External"/><Relationship Id="rId1" Type="http://schemas.openxmlformats.org/officeDocument/2006/relationships/themeOverride" Target="../theme/themeOverride1.xml"/></Relationships>
</file>

<file path=ppt/charts/_rels/chart2.xml.rels><?xml version="1.0" encoding="UTF-8" standalone="yes"?>
<Relationships xmlns="http://schemas.openxmlformats.org/package/2006/relationships"><Relationship Id="rId2" Type="http://schemas.openxmlformats.org/officeDocument/2006/relationships/oleObject" Target="file:///\\GijCIFS01\MSS\Postventa\Ampliaciones\General\JEFATURA%20PROYECTOS\Informe%20direcci&#243;n\2641\20261005_Generador_Informe.xlsm" TargetMode="External"/><Relationship Id="rId1" Type="http://schemas.openxmlformats.org/officeDocument/2006/relationships/themeOverride" Target="../theme/themeOverride2.xml"/></Relationships>
</file>

<file path=ppt/charts/_rels/chart3.xml.rels><?xml version="1.0" encoding="UTF-8" standalone="yes"?>
<Relationships xmlns="http://schemas.openxmlformats.org/package/2006/relationships"><Relationship Id="rId1" Type="http://schemas.openxmlformats.org/officeDocument/2006/relationships/oleObject" Target="file:///C:\PROYECTOS\01_Ampliaciones\Cosas%20de%20Carmen\Graficos.xlsx"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file:///C:\Alvaro\Fer\Graficos.xlsx" TargetMode="External"/></Relationships>
</file>

<file path=ppt/charts/_rels/chart5.xml.rels><?xml version="1.0" encoding="UTF-8" standalone="yes"?>
<Relationships xmlns="http://schemas.openxmlformats.org/package/2006/relationships"><Relationship Id="rId1" Type="http://schemas.openxmlformats.org/officeDocument/2006/relationships/oleObject" Target="file:///C:\Alvaro\Fer\Graficos.xlsx" TargetMode="External"/></Relationships>
</file>

<file path=ppt/charts/_rels/chart6.xml.rels><?xml version="1.0" encoding="UTF-8" standalone="yes"?>
<Relationships xmlns="http://schemas.openxmlformats.org/package/2006/relationships"><Relationship Id="rId1" Type="http://schemas.openxmlformats.org/officeDocument/2006/relationships/oleObject" Target="file:///C:\Alvaro\Fer\Graficos.xlsx" TargetMode="External"/></Relationships>
</file>

<file path=ppt/charts/_rels/chart7.xml.rels><?xml version="1.0" encoding="UTF-8" standalone="yes"?>
<Relationships xmlns="http://schemas.openxmlformats.org/package/2006/relationships"><Relationship Id="rId1" Type="http://schemas.openxmlformats.org/officeDocument/2006/relationships/oleObject" Target="file:///C:\Alvaro\Informes%20direcci&#243;n\2517\Graficos.xlsx" TargetMode="External"/></Relationships>
</file>

<file path=ppt/charts/_rels/chart8.xml.rels><?xml version="1.0" encoding="UTF-8" standalone="yes"?>
<Relationships xmlns="http://schemas.openxmlformats.org/package/2006/relationships"><Relationship Id="rId1" Type="http://schemas.openxmlformats.org/officeDocument/2006/relationships/oleObject" Target="file:///C:\Alvaro\Informes%20direcci&#243;n\2521\Graficos.xlsx" TargetMode="External"/></Relationships>
</file>

<file path=ppt/charts/_rels/chart9.xml.rels><?xml version="1.0" encoding="UTF-8" standalone="yes"?>
<Relationships xmlns="http://schemas.openxmlformats.org/package/2006/relationships"><Relationship Id="rId1" Type="http://schemas.openxmlformats.org/officeDocument/2006/relationships/oleObject" Target="file:///C:\Alvaro\Informes%20direcci&#243;n\2521\Graficos.xlsx" TargetMode="External"/></Relationships>
</file>

<file path=ppt/charts/_rels/chart10.xml.rels><?xml version="1.0" encoding="UTF-8" standalone="yes"?>
<Relationships xmlns="http://schemas.openxmlformats.org/package/2006/relationships"><Relationship Id="rId1" Type="http://schemas.openxmlformats.org/officeDocument/2006/relationships/oleObject" Target="file:///C:\Alvaro\Informes%20direcci&#243;n\2526\Graficos.xlsx" TargetMode="External"/></Relationships>
</file>

<file path=ppt/charts/_rels/chart11.xml.rels><?xml version="1.0" encoding="UTF-8" standalone="yes"?>
<Relationships xmlns="http://schemas.openxmlformats.org/package/2006/relationships"><Relationship Id="rId1" Type="http://schemas.openxmlformats.org/officeDocument/2006/relationships/oleObject" Target="file:///C:\Alvaro\Informes%20direcci&#243;n\2542\Graficos%205.xlsx" TargetMode="External"/></Relationships>
</file>

<file path=ppt/charts/_rels/chart12.xml.rels><?xml version="1.0" encoding="UTF-8" standalone="yes"?>
<Relationships xmlns="http://schemas.openxmlformats.org/package/2006/relationships"><Relationship Id="rId1" Type="http://schemas.openxmlformats.org/officeDocument/2006/relationships/oleObject" Target="file:///C:\Alvaro\Informes%20direcci&#243;n\2550\Graficos%209.xlsx" TargetMode="External"/></Relationships>
</file>

<file path=ppt/charts/_rels/chart13.xml.rels><?xml version="1.0" encoding="UTF-8" standalone="yes"?>
<Relationships xmlns="http://schemas.openxmlformats.org/package/2006/relationships"><Relationship Id="rId2" Type="http://schemas.openxmlformats.org/officeDocument/2006/relationships/oleObject" Target="file:///C:\Alvaro\Informes%20direcci&#243;n\2626\20250622_Generador_Informe.xlsm" TargetMode="External"/><Relationship Id="rId1" Type="http://schemas.openxmlformats.org/officeDocument/2006/relationships/themeOverride" Target="../theme/themeOverride3.xml"/></Relationships>
</file>

<file path=ppt/charts/_rels/chart14.xml.rels><?xml version="1.0" encoding="UTF-8" standalone="yes"?>
<Relationships xmlns="http://schemas.openxmlformats.org/package/2006/relationships"><Relationship Id="rId2" Type="http://schemas.openxmlformats.org/officeDocument/2006/relationships/oleObject" Target="file:///C:\Alvaro\Informes%20direcci&#243;n\2626\20250622_Generador_Informe.xlsm" TargetMode="External"/><Relationship Id="rId1" Type="http://schemas.openxmlformats.org/officeDocument/2006/relationships/themeOverride" Target="../theme/themeOverride4.xml"/></Relationships>
</file>

<file path=ppt/charts/_rels/chart15.xml.rels><?xml version="1.0" encoding="UTF-8" standalone="yes"?>
<Relationships xmlns="http://schemas.openxmlformats.org/package/2006/relationships"><Relationship Id="rId2" Type="http://schemas.openxmlformats.org/officeDocument/2006/relationships/oleObject" Target="file:///\\GijCIFS01\MSS\Postventa\Ampliaciones\General\JEFATURA%20PROYECTOS\Informe%20direcci&#243;n\2641\20261005_Generador_Informe.xlsm" TargetMode="External"/><Relationship Id="rId1" Type="http://schemas.openxmlformats.org/officeDocument/2006/relationships/themeOverride" Target="../theme/themeOverride5.xml"/></Relationships>
</file>

<file path=ppt/charts/_rels/chart16.xml.rels><?xml version="1.0" encoding="UTF-8" standalone="yes"?>
<Relationships xmlns="http://schemas.openxmlformats.org/package/2006/relationships"><Relationship Id="rId2" Type="http://schemas.openxmlformats.org/officeDocument/2006/relationships/oleObject" Target="file:///\\GijCIFS01\MSS\Postventa\Ampliaciones\General\JEFATURA%20PROYECTOS\Informe%20direcci&#243;n\2641\20261005_Generador_Informe.xlsm" TargetMode="External"/><Relationship Id="rId1" Type="http://schemas.openxmlformats.org/officeDocument/2006/relationships/themeOverride" Target="../theme/themeOverride6.xml"/></Relationships>
</file>

<file path=ppt/charts/_rels/chart17.xml.rels><?xml version="1.0" encoding="UTF-8" standalone="yes"?>
<Relationships xmlns="http://schemas.openxmlformats.org/package/2006/relationships"><Relationship Id="rId2" Type="http://schemas.openxmlformats.org/officeDocument/2006/relationships/oleObject" Target="file:///\\GijCIFS01\MSS\Postventa\Ampliaciones\General\JEFATURA%20PROYECTOS\Informe%20direcci&#243;n\2641\20261005_Generador_Informe.xlsm" TargetMode="External"/><Relationship Id="rId1" Type="http://schemas.openxmlformats.org/officeDocument/2006/relationships/themeOverride" Target="../theme/themeOverride7.xml"/></Relationships>
</file>

<file path=ppt/charts/_rels/chart18.xml.rels><?xml version="1.0" encoding="UTF-8" standalone="yes"?>
<Relationships xmlns="http://schemas.openxmlformats.org/package/2006/relationships"><Relationship Id="rId2" Type="http://schemas.openxmlformats.org/officeDocument/2006/relationships/oleObject" Target="file:///\\GijCIFS01\MSS\Postventa\Ampliaciones\General\JEFATURA%20PROYECTOS\Informe%20direcci&#243;n\2641\20261005_Generador_Informe.xlsm" TargetMode="External"/><Relationship Id="rId1" Type="http://schemas.openxmlformats.org/officeDocument/2006/relationships/themeOverride" Target="../theme/themeOverride8.xml"/></Relationships>
</file>

<file path=ppt/charts/_rels/chart19.xml.rels><?xml version="1.0" encoding="UTF-8" standalone="yes"?>
<Relationships xmlns="http://schemas.openxmlformats.org/package/2006/relationships"><Relationship Id="rId1" Type="http://schemas.openxmlformats.org/officeDocument/2006/relationships/oleObject" Target="file:///\\GijCIFS01\MSS\Postventa\Ampliaciones\General\JEFATURA%20PROYECTOS\Informe%20direcci&#243;n\2641\20261005_Generador_Informe.xlsm" TargetMode="External"/></Relationships>
</file>

<file path=ppt/charts/_rels/chart20.xml.rels><?xml version="1.0" encoding="UTF-8" standalone="yes"?>
<Relationships xmlns="http://schemas.openxmlformats.org/package/2006/relationships"><Relationship Id="rId2" Type="http://schemas.openxmlformats.org/officeDocument/2006/relationships/oleObject" Target="file:///\\GijCIFS01\MSS\Postventa\Ampliaciones\General\JEFATURA%20PROYECTOS\Informe%20direcci&#243;n\2641\20261005_Generador_Informe.xlsm" TargetMode="External"/><Relationship Id="rId1" Type="http://schemas.openxmlformats.org/officeDocument/2006/relationships/themeOverride" Target="../theme/themeOverride9.xml"/></Relationships>
</file>

<file path=ppt/charts/_rels/chart21.xml.rels><?xml version="1.0" encoding="UTF-8" standalone="yes"?>
<Relationships xmlns="http://schemas.openxmlformats.org/package/2006/relationships"><Relationship Id="rId2" Type="http://schemas.openxmlformats.org/officeDocument/2006/relationships/oleObject" Target="file:///\\GijCIFS01\MSS\Postventa\Ampliaciones\General\JEFATURA%20PROYECTOS\Informe%20direcci&#243;n\2641\20261005_Generador_Informe.xlsm" TargetMode="External"/><Relationship Id="rId1" Type="http://schemas.openxmlformats.org/officeDocument/2006/relationships/themeOverride" Target="../theme/themeOverride10.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strike="noStrike" kern="1200" spc="0" baseline="0">
                <a:solidFill>
                  <a:schemeClr val="tx1">
                    <a:lumMod val="65000"/>
                    <a:lumOff val="35000"/>
                  </a:schemeClr>
                </a:solidFill>
                <a:latin typeface="+mn-lt"/>
                <a:ea typeface="+mn-ea"/>
                <a:cs typeface="+mn-cs"/>
              </a:defRPr>
            </a:pPr>
            <a:r>
              <a:rPr lang="es-ES" dirty="0"/>
              <a:t>Proyectos en curso</a:t>
            </a:r>
          </a:p>
        </c:rich>
      </c:tx>
      <c:overlay val="0"/>
      <c:spPr>
        <a:noFill/>
        <a:ln>
          <a:noFill/>
          <a:prstDash val="solid"/>
        </a:ln>
      </c:spPr>
    </c:title>
    <c:autoTitleDeleted val="0"/>
    <c:plotArea>
      <c:layout/>
      <c:barChart>
        <c:barDir val="col"/>
        <c:grouping val="clustered"/>
        <c:varyColors val="0"/>
        <c:ser>
          <c:idx val="0"/>
          <c:order val="0"/>
          <c:tx>
            <c:v>Proyectos Totales</c:v>
          </c:tx>
          <c:spPr>
            <a:solidFill>
              <a:schemeClr val="accent1"/>
            </a:solidFill>
            <a:ln>
              <a:noFill/>
              <a:prstDash val="solid"/>
            </a:ln>
          </c:spPr>
          <c:invertIfNegative val="0"/>
          <c:dLbls>
            <c:numFmt formatCode="0" sourceLinked="0"/>
            <c:spPr>
              <a:noFill/>
              <a:ln>
                <a:noFill/>
                <a:prstDash val="solid"/>
              </a:ln>
            </c:spPr>
            <c:txPr>
              <a:bodyPr rot="0" spcFirstLastPara="1" vertOverflow="ellipsis" vert="horz" wrap="square" lIns="38100" tIns="19050" rIns="38100" bIns="19050" anchor="ctr" anchorCtr="1">
                <a:spAutoFit/>
              </a:bodyPr>
              <a:lstStyle/>
              <a:p>
                <a:pPr>
                  <a:defRPr sz="900" b="0" i="0" strike="noStrike" kern="1200" baseline="0">
                    <a:solidFill>
                      <a:schemeClr val="tx1">
                        <a:lumMod val="75000"/>
                        <a:lumOff val="25000"/>
                      </a:schemeClr>
                    </a:solidFill>
                    <a:latin typeface="+mn-lt"/>
                    <a:ea typeface="+mn-ea"/>
                    <a:cs typeface="+mn-cs"/>
                  </a:defRPr>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Tablas!$A$16:$A$27</c:f>
              <c:numCache>
                <c:formatCode>yyyy\-mm\-dd</c:formatCode>
                <c:ptCount val="12"/>
                <c:pt idx="0">
                  <c:v>46125</c:v>
                </c:pt>
                <c:pt idx="1">
                  <c:v>46139</c:v>
                </c:pt>
                <c:pt idx="2">
                  <c:v>46153</c:v>
                </c:pt>
                <c:pt idx="3">
                  <c:v>46167</c:v>
                </c:pt>
                <c:pt idx="4">
                  <c:v>46181</c:v>
                </c:pt>
                <c:pt idx="5">
                  <c:v>46195</c:v>
                </c:pt>
                <c:pt idx="6">
                  <c:v>46209</c:v>
                </c:pt>
                <c:pt idx="7">
                  <c:v>46223</c:v>
                </c:pt>
                <c:pt idx="8">
                  <c:v>46237</c:v>
                </c:pt>
                <c:pt idx="9">
                  <c:v>46266</c:v>
                </c:pt>
                <c:pt idx="10">
                  <c:v>46279</c:v>
                </c:pt>
                <c:pt idx="11">
                  <c:v>46300</c:v>
                </c:pt>
              </c:numCache>
            </c:numRef>
          </c:cat>
          <c:val>
            <c:numRef>
              <c:f>Tablas!$C$16:$C$27</c:f>
              <c:numCache>
                <c:formatCode>0</c:formatCode>
                <c:ptCount val="12"/>
                <c:pt idx="0">
                  <c:v>273</c:v>
                </c:pt>
                <c:pt idx="1">
                  <c:v>277</c:v>
                </c:pt>
                <c:pt idx="2" formatCode="General">
                  <c:v>269</c:v>
                </c:pt>
                <c:pt idx="3" formatCode="General">
                  <c:v>260</c:v>
                </c:pt>
                <c:pt idx="4" formatCode="General">
                  <c:v>257</c:v>
                </c:pt>
                <c:pt idx="5" formatCode="General">
                  <c:v>238</c:v>
                </c:pt>
                <c:pt idx="6" formatCode="General">
                  <c:v>246</c:v>
                </c:pt>
                <c:pt idx="7" formatCode="General">
                  <c:v>257</c:v>
                </c:pt>
                <c:pt idx="8" formatCode="General">
                  <c:v>234</c:v>
                </c:pt>
                <c:pt idx="9" formatCode="General">
                  <c:v>220</c:v>
                </c:pt>
                <c:pt idx="10" formatCode="General">
                  <c:v>226</c:v>
                </c:pt>
                <c:pt idx="11" formatCode="General">
                  <c:v>237</c:v>
                </c:pt>
              </c:numCache>
            </c:numRef>
          </c:val>
          <c:extLst>
            <c:ext xmlns:c16="http://schemas.microsoft.com/office/drawing/2014/chart" uri="{C3380CC4-5D6E-409C-BE32-E72D297353CC}">
              <c16:uniqueId val="{00000000-DDBF-4773-B696-43359396CBBF}"/>
            </c:ext>
          </c:extLst>
        </c:ser>
        <c:ser>
          <c:idx val="1"/>
          <c:order val="1"/>
          <c:tx>
            <c:v>Proyectos Activos</c:v>
          </c:tx>
          <c:spPr>
            <a:solidFill>
              <a:schemeClr val="accent2"/>
            </a:solidFill>
            <a:ln>
              <a:noFill/>
              <a:prstDash val="solid"/>
            </a:ln>
          </c:spPr>
          <c:invertIfNegative val="0"/>
          <c:dLbls>
            <c:numFmt formatCode="0" sourceLinked="0"/>
            <c:spPr>
              <a:noFill/>
              <a:ln>
                <a:noFill/>
                <a:prstDash val="solid"/>
              </a:ln>
            </c:spPr>
            <c:txPr>
              <a:bodyPr rot="0" spcFirstLastPara="1" vertOverflow="ellipsis" vert="horz" wrap="square" lIns="38100" tIns="19050" rIns="38100" bIns="19050" anchor="ctr" anchorCtr="1">
                <a:spAutoFit/>
              </a:bodyPr>
              <a:lstStyle/>
              <a:p>
                <a:pPr>
                  <a:defRPr sz="900" b="0" i="0" strike="noStrike" kern="1200" baseline="0">
                    <a:solidFill>
                      <a:schemeClr val="tx1">
                        <a:lumMod val="75000"/>
                        <a:lumOff val="25000"/>
                      </a:schemeClr>
                    </a:solidFill>
                    <a:latin typeface="+mn-lt"/>
                    <a:ea typeface="+mn-ea"/>
                    <a:cs typeface="+mn-cs"/>
                  </a:defRPr>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Tablas!$A$16:$A$27</c:f>
              <c:numCache>
                <c:formatCode>yyyy\-mm\-dd</c:formatCode>
                <c:ptCount val="12"/>
                <c:pt idx="0">
                  <c:v>46125</c:v>
                </c:pt>
                <c:pt idx="1">
                  <c:v>46139</c:v>
                </c:pt>
                <c:pt idx="2">
                  <c:v>46153</c:v>
                </c:pt>
                <c:pt idx="3">
                  <c:v>46167</c:v>
                </c:pt>
                <c:pt idx="4">
                  <c:v>46181</c:v>
                </c:pt>
                <c:pt idx="5">
                  <c:v>46195</c:v>
                </c:pt>
                <c:pt idx="6">
                  <c:v>46209</c:v>
                </c:pt>
                <c:pt idx="7">
                  <c:v>46223</c:v>
                </c:pt>
                <c:pt idx="8">
                  <c:v>46237</c:v>
                </c:pt>
                <c:pt idx="9">
                  <c:v>46266</c:v>
                </c:pt>
                <c:pt idx="10">
                  <c:v>46279</c:v>
                </c:pt>
                <c:pt idx="11">
                  <c:v>46300</c:v>
                </c:pt>
              </c:numCache>
            </c:numRef>
          </c:cat>
          <c:val>
            <c:numRef>
              <c:f>Tablas!$D$16:$D$27</c:f>
              <c:numCache>
                <c:formatCode>0</c:formatCode>
                <c:ptCount val="12"/>
                <c:pt idx="0">
                  <c:v>153</c:v>
                </c:pt>
                <c:pt idx="1">
                  <c:v>180</c:v>
                </c:pt>
                <c:pt idx="2" formatCode="General">
                  <c:v>173</c:v>
                </c:pt>
                <c:pt idx="3" formatCode="General">
                  <c:v>175</c:v>
                </c:pt>
                <c:pt idx="4" formatCode="General">
                  <c:v>169</c:v>
                </c:pt>
                <c:pt idx="5" formatCode="General">
                  <c:v>158</c:v>
                </c:pt>
                <c:pt idx="6" formatCode="General">
                  <c:v>175</c:v>
                </c:pt>
                <c:pt idx="7" formatCode="General">
                  <c:v>181</c:v>
                </c:pt>
                <c:pt idx="8" formatCode="General">
                  <c:v>162</c:v>
                </c:pt>
                <c:pt idx="9" formatCode="General">
                  <c:v>169</c:v>
                </c:pt>
                <c:pt idx="10" formatCode="General">
                  <c:v>175</c:v>
                </c:pt>
                <c:pt idx="11" formatCode="General">
                  <c:v>178</c:v>
                </c:pt>
              </c:numCache>
            </c:numRef>
          </c:val>
          <c:extLst>
            <c:ext xmlns:c16="http://schemas.microsoft.com/office/drawing/2014/chart" uri="{C3380CC4-5D6E-409C-BE32-E72D297353CC}">
              <c16:uniqueId val="{00000001-DDBF-4773-B696-43359396CBBF}"/>
            </c:ext>
          </c:extLst>
        </c:ser>
        <c:dLbls>
          <c:dLblPos val="outEnd"/>
          <c:showLegendKey val="0"/>
          <c:showVal val="1"/>
          <c:showCatName val="0"/>
          <c:showSerName val="0"/>
          <c:showPercent val="0"/>
          <c:showBubbleSize val="0"/>
        </c:dLbls>
        <c:gapWidth val="219"/>
        <c:axId val="187831007"/>
        <c:axId val="187831423"/>
      </c:barChart>
      <c:catAx>
        <c:axId val="187831007"/>
        <c:scaling>
          <c:orientation val="minMax"/>
        </c:scaling>
        <c:delete val="0"/>
        <c:axPos val="b"/>
        <c:numFmt formatCode="yyyy\-mm\-dd" sourceLinked="1"/>
        <c:majorTickMark val="none"/>
        <c:minorTickMark val="none"/>
        <c:tickLblPos val="nextTo"/>
        <c:spPr>
          <a:noFill/>
          <a:ln w="9525" cap="flat" cmpd="sng" algn="ctr">
            <a:solidFill>
              <a:schemeClr val="tx1">
                <a:lumMod val="15000"/>
                <a:lumOff val="85000"/>
              </a:schemeClr>
            </a:solidFill>
            <a:prstDash val="solid"/>
            <a:round/>
          </a:ln>
        </c:spPr>
        <c:txPr>
          <a:bodyPr rot="-60000000" spcFirstLastPara="1" vertOverflow="ellipsis" vert="horz" wrap="square" anchor="ctr" anchorCtr="1"/>
          <a:lstStyle/>
          <a:p>
            <a:pPr>
              <a:defRPr sz="900" b="0" i="0" strike="noStrike" kern="1200" baseline="0">
                <a:solidFill>
                  <a:schemeClr val="tx1">
                    <a:lumMod val="65000"/>
                    <a:lumOff val="35000"/>
                  </a:schemeClr>
                </a:solidFill>
                <a:latin typeface="+mn-lt"/>
                <a:ea typeface="+mn-ea"/>
                <a:cs typeface="+mn-cs"/>
              </a:defRPr>
            </a:pPr>
            <a:endParaRPr lang="es-ES"/>
          </a:p>
        </c:txPr>
        <c:crossAx val="187831423"/>
        <c:crosses val="autoZero"/>
        <c:auto val="0"/>
        <c:lblAlgn val="ctr"/>
        <c:lblOffset val="100"/>
        <c:noMultiLvlLbl val="0"/>
      </c:catAx>
      <c:valAx>
        <c:axId val="187831423"/>
        <c:scaling>
          <c:orientation val="minMax"/>
        </c:scaling>
        <c:delete val="0"/>
        <c:axPos val="l"/>
        <c:majorGridlines>
          <c:spPr>
            <a:ln w="9525" cap="flat" cmpd="sng" algn="ctr">
              <a:solidFill>
                <a:schemeClr val="tx1">
                  <a:lumMod val="15000"/>
                  <a:lumOff val="85000"/>
                </a:schemeClr>
              </a:solidFill>
              <a:prstDash val="solid"/>
              <a:round/>
            </a:ln>
          </c:spPr>
        </c:majorGridlines>
        <c:numFmt formatCode="0" sourceLinked="0"/>
        <c:majorTickMark val="none"/>
        <c:minorTickMark val="none"/>
        <c:tickLblPos val="nextTo"/>
        <c:spPr>
          <a:noFill/>
          <a:ln>
            <a:noFill/>
            <a:prstDash val="solid"/>
          </a:ln>
        </c:spPr>
        <c:txPr>
          <a:bodyPr rot="-60000000" spcFirstLastPara="1" vertOverflow="ellipsis" vert="horz" wrap="square" anchor="ctr" anchorCtr="1"/>
          <a:lstStyle/>
          <a:p>
            <a:pPr>
              <a:defRPr sz="900" b="0" i="0" strike="noStrike" kern="1200" baseline="0">
                <a:solidFill>
                  <a:schemeClr val="tx1">
                    <a:lumMod val="65000"/>
                    <a:lumOff val="35000"/>
                  </a:schemeClr>
                </a:solidFill>
                <a:latin typeface="+mn-lt"/>
                <a:ea typeface="+mn-ea"/>
                <a:cs typeface="+mn-cs"/>
              </a:defRPr>
            </a:pPr>
            <a:endParaRPr lang="es-ES"/>
          </a:p>
        </c:txPr>
        <c:crossAx val="187831007"/>
        <c:crosses val="autoZero"/>
        <c:crossBetween val="between"/>
      </c:valAx>
    </c:plotArea>
    <c:legend>
      <c:legendPos val="b"/>
      <c:overlay val="0"/>
      <c:spPr>
        <a:noFill/>
        <a:ln>
          <a:noFill/>
          <a:prstDash val="solid"/>
        </a:ln>
      </c:spPr>
      <c:txPr>
        <a:bodyPr rot="0" spcFirstLastPara="1" vertOverflow="ellipsis" vert="horz" wrap="square" anchor="ctr" anchorCtr="1"/>
        <a:lstStyle/>
        <a:p>
          <a:pPr>
            <a:defRPr sz="900" b="0" i="0" strike="noStrike" kern="1200" baseline="0">
              <a:solidFill>
                <a:schemeClr val="tx1">
                  <a:lumMod val="65000"/>
                  <a:lumOff val="35000"/>
                </a:schemeClr>
              </a:solidFill>
              <a:latin typeface="+mn-lt"/>
              <a:ea typeface="+mn-ea"/>
              <a:cs typeface="+mn-cs"/>
            </a:defRPr>
          </a:pPr>
          <a:endParaRPr lang="es-ES"/>
        </a:p>
      </c:txPr>
    </c:legend>
    <c:plotVisOnly val="1"/>
    <c:dispBlanksAs val="gap"/>
    <c:showDLblsOverMax val="1"/>
  </c:chart>
  <c:spPr>
    <a:solidFill>
      <a:schemeClr val="bg1"/>
    </a:solidFill>
    <a:ln w="9525" cap="flat" cmpd="sng" algn="ctr">
      <a:noFill/>
      <a:prstDash val="solid"/>
      <a:round/>
    </a:ln>
  </c:spPr>
  <c:externalData r:id="rId2">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strike="noStrike" kern="1200" spc="0" baseline="0">
                <a:solidFill>
                  <a:schemeClr val="tx1">
                    <a:lumMod val="65000"/>
                    <a:lumOff val="35000"/>
                  </a:schemeClr>
                </a:solidFill>
                <a:latin typeface="+mn-lt"/>
                <a:ea typeface="+mn-ea"/>
                <a:cs typeface="+mn-cs"/>
              </a:defRPr>
            </a:pPr>
            <a:r>
              <a:rPr lang="es-ES" sz="1400" b="0" i="0" u="none" strike="noStrike" kern="1200" spc="0" baseline="0" dirty="0">
                <a:solidFill>
                  <a:prstClr val="black">
                    <a:lumMod val="65000"/>
                    <a:lumOff val="35000"/>
                  </a:prstClr>
                </a:solidFill>
              </a:rPr>
              <a:t>Horas de proyectos en curso</a:t>
            </a:r>
          </a:p>
        </c:rich>
      </c:tx>
      <c:overlay val="0"/>
      <c:spPr>
        <a:noFill/>
        <a:ln>
          <a:noFill/>
          <a:prstDash val="solid"/>
        </a:ln>
      </c:spPr>
    </c:title>
    <c:autoTitleDeleted val="0"/>
    <c:plotArea>
      <c:layout>
        <c:manualLayout>
          <c:layoutTarget val="inner"/>
          <c:xMode val="edge"/>
          <c:yMode val="edge"/>
          <c:x val="4.0925195780496457E-2"/>
          <c:y val="0.15226562527779469"/>
          <c:w val="0.9436257523052195"/>
          <c:h val="0.65858924391663842"/>
        </c:manualLayout>
      </c:layout>
      <c:barChart>
        <c:barDir val="col"/>
        <c:grouping val="clustered"/>
        <c:varyColors val="0"/>
        <c:ser>
          <c:idx val="0"/>
          <c:order val="0"/>
          <c:tx>
            <c:v>Horas Totales</c:v>
          </c:tx>
          <c:spPr>
            <a:solidFill>
              <a:schemeClr val="accent1"/>
            </a:solidFill>
            <a:ln>
              <a:noFill/>
              <a:prstDash val="solid"/>
            </a:ln>
          </c:spPr>
          <c:invertIfNegative val="0"/>
          <c:dLbls>
            <c:numFmt formatCode="0" sourceLinked="0"/>
            <c:spPr>
              <a:noFill/>
              <a:ln>
                <a:noFill/>
                <a:prstDash val="solid"/>
              </a:ln>
            </c:spPr>
            <c:txPr>
              <a:bodyPr rot="0" spcFirstLastPara="1" vertOverflow="ellipsis" vert="horz" wrap="square" lIns="38100" tIns="19050" rIns="38100" bIns="19050" anchor="ctr" anchorCtr="1">
                <a:spAutoFit/>
              </a:bodyPr>
              <a:lstStyle/>
              <a:p>
                <a:pPr>
                  <a:defRPr sz="900" b="0" i="0" strike="noStrike" kern="1200" baseline="0">
                    <a:solidFill>
                      <a:schemeClr val="tx1">
                        <a:lumMod val="75000"/>
                        <a:lumOff val="25000"/>
                      </a:schemeClr>
                    </a:solidFill>
                    <a:latin typeface="+mn-lt"/>
                    <a:ea typeface="+mn-ea"/>
                    <a:cs typeface="+mn-cs"/>
                  </a:defRPr>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Tablas!$H$16:$H$27</c:f>
              <c:numCache>
                <c:formatCode>yyyy\-mm\-dd</c:formatCode>
                <c:ptCount val="12"/>
                <c:pt idx="0">
                  <c:v>46125</c:v>
                </c:pt>
                <c:pt idx="1">
                  <c:v>46139</c:v>
                </c:pt>
                <c:pt idx="2">
                  <c:v>46153</c:v>
                </c:pt>
                <c:pt idx="3">
                  <c:v>46167</c:v>
                </c:pt>
                <c:pt idx="4">
                  <c:v>46181</c:v>
                </c:pt>
                <c:pt idx="5">
                  <c:v>46195</c:v>
                </c:pt>
                <c:pt idx="6">
                  <c:v>46209</c:v>
                </c:pt>
                <c:pt idx="7">
                  <c:v>46223</c:v>
                </c:pt>
                <c:pt idx="8">
                  <c:v>46237</c:v>
                </c:pt>
                <c:pt idx="9">
                  <c:v>46266</c:v>
                </c:pt>
                <c:pt idx="10">
                  <c:v>46279</c:v>
                </c:pt>
                <c:pt idx="11">
                  <c:v>46300</c:v>
                </c:pt>
              </c:numCache>
            </c:numRef>
          </c:cat>
          <c:val>
            <c:numRef>
              <c:f>Tablas!$J$16:$J$27</c:f>
              <c:numCache>
                <c:formatCode>General</c:formatCode>
                <c:ptCount val="12"/>
                <c:pt idx="0" formatCode="0">
                  <c:v>39589</c:v>
                </c:pt>
                <c:pt idx="1">
                  <c:v>35475</c:v>
                </c:pt>
                <c:pt idx="2">
                  <c:v>35618</c:v>
                </c:pt>
                <c:pt idx="3">
                  <c:v>34307</c:v>
                </c:pt>
                <c:pt idx="4">
                  <c:v>35693</c:v>
                </c:pt>
                <c:pt idx="5">
                  <c:v>35301</c:v>
                </c:pt>
                <c:pt idx="6">
                  <c:v>35906</c:v>
                </c:pt>
                <c:pt idx="7">
                  <c:v>37000</c:v>
                </c:pt>
                <c:pt idx="8">
                  <c:v>34591</c:v>
                </c:pt>
                <c:pt idx="9">
                  <c:v>31624</c:v>
                </c:pt>
                <c:pt idx="10">
                  <c:v>32131</c:v>
                </c:pt>
                <c:pt idx="11">
                  <c:v>32539</c:v>
                </c:pt>
              </c:numCache>
            </c:numRef>
          </c:val>
          <c:extLst>
            <c:ext xmlns:c16="http://schemas.microsoft.com/office/drawing/2014/chart" uri="{C3380CC4-5D6E-409C-BE32-E72D297353CC}">
              <c16:uniqueId val="{00000000-1DFA-4399-81C9-89506D60F46A}"/>
            </c:ext>
          </c:extLst>
        </c:ser>
        <c:ser>
          <c:idx val="1"/>
          <c:order val="1"/>
          <c:tx>
            <c:v>Horas Pendientes</c:v>
          </c:tx>
          <c:spPr>
            <a:solidFill>
              <a:schemeClr val="accent2"/>
            </a:solidFill>
            <a:ln>
              <a:noFill/>
              <a:prstDash val="solid"/>
            </a:ln>
          </c:spPr>
          <c:invertIfNegative val="0"/>
          <c:dLbls>
            <c:numFmt formatCode="0" sourceLinked="0"/>
            <c:spPr>
              <a:noFill/>
              <a:ln>
                <a:noFill/>
                <a:prstDash val="solid"/>
              </a:ln>
            </c:spPr>
            <c:txPr>
              <a:bodyPr rot="0" spcFirstLastPara="1" vertOverflow="ellipsis" vert="horz" wrap="square" lIns="38100" tIns="19050" rIns="38100" bIns="19050" anchor="ctr" anchorCtr="1">
                <a:spAutoFit/>
              </a:bodyPr>
              <a:lstStyle/>
              <a:p>
                <a:pPr>
                  <a:defRPr sz="900" b="0" i="0" strike="noStrike" kern="1200" baseline="0">
                    <a:solidFill>
                      <a:schemeClr val="tx1">
                        <a:lumMod val="75000"/>
                        <a:lumOff val="25000"/>
                      </a:schemeClr>
                    </a:solidFill>
                    <a:latin typeface="+mn-lt"/>
                    <a:ea typeface="+mn-ea"/>
                    <a:cs typeface="+mn-cs"/>
                  </a:defRPr>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Tablas!$H$16:$H$27</c:f>
              <c:numCache>
                <c:formatCode>yyyy\-mm\-dd</c:formatCode>
                <c:ptCount val="12"/>
                <c:pt idx="0">
                  <c:v>46125</c:v>
                </c:pt>
                <c:pt idx="1">
                  <c:v>46139</c:v>
                </c:pt>
                <c:pt idx="2">
                  <c:v>46153</c:v>
                </c:pt>
                <c:pt idx="3">
                  <c:v>46167</c:v>
                </c:pt>
                <c:pt idx="4">
                  <c:v>46181</c:v>
                </c:pt>
                <c:pt idx="5">
                  <c:v>46195</c:v>
                </c:pt>
                <c:pt idx="6">
                  <c:v>46209</c:v>
                </c:pt>
                <c:pt idx="7">
                  <c:v>46223</c:v>
                </c:pt>
                <c:pt idx="8">
                  <c:v>46237</c:v>
                </c:pt>
                <c:pt idx="9">
                  <c:v>46266</c:v>
                </c:pt>
                <c:pt idx="10">
                  <c:v>46279</c:v>
                </c:pt>
                <c:pt idx="11">
                  <c:v>46300</c:v>
                </c:pt>
              </c:numCache>
            </c:numRef>
          </c:cat>
          <c:val>
            <c:numRef>
              <c:f>Tablas!$K$16:$K$27</c:f>
              <c:numCache>
                <c:formatCode>General</c:formatCode>
                <c:ptCount val="12"/>
                <c:pt idx="0" formatCode="0">
                  <c:v>21341</c:v>
                </c:pt>
                <c:pt idx="1">
                  <c:v>21204</c:v>
                </c:pt>
                <c:pt idx="2">
                  <c:v>21444</c:v>
                </c:pt>
                <c:pt idx="3">
                  <c:v>22210</c:v>
                </c:pt>
                <c:pt idx="4">
                  <c:v>22804</c:v>
                </c:pt>
                <c:pt idx="5">
                  <c:v>22436</c:v>
                </c:pt>
                <c:pt idx="6">
                  <c:v>22059</c:v>
                </c:pt>
                <c:pt idx="7">
                  <c:v>22667</c:v>
                </c:pt>
                <c:pt idx="8">
                  <c:v>21531</c:v>
                </c:pt>
                <c:pt idx="9">
                  <c:v>20098</c:v>
                </c:pt>
                <c:pt idx="10">
                  <c:v>19633</c:v>
                </c:pt>
                <c:pt idx="11">
                  <c:v>19125</c:v>
                </c:pt>
              </c:numCache>
            </c:numRef>
          </c:val>
          <c:extLst>
            <c:ext xmlns:c16="http://schemas.microsoft.com/office/drawing/2014/chart" uri="{C3380CC4-5D6E-409C-BE32-E72D297353CC}">
              <c16:uniqueId val="{00000001-1DFA-4399-81C9-89506D60F46A}"/>
            </c:ext>
          </c:extLst>
        </c:ser>
        <c:ser>
          <c:idx val="2"/>
          <c:order val="2"/>
          <c:tx>
            <c:v>Horas Ejecutables</c:v>
          </c:tx>
          <c:spPr>
            <a:solidFill>
              <a:schemeClr val="accent3"/>
            </a:solidFill>
            <a:ln>
              <a:noFill/>
              <a:prstDash val="solid"/>
            </a:ln>
          </c:spPr>
          <c:invertIfNegative val="0"/>
          <c:dLbls>
            <c:numFmt formatCode="0" sourceLinked="0"/>
            <c:spPr>
              <a:noFill/>
              <a:ln>
                <a:noFill/>
                <a:prstDash val="solid"/>
              </a:ln>
            </c:spPr>
            <c:txPr>
              <a:bodyPr rot="0" spcFirstLastPara="1" vertOverflow="ellipsis" vert="horz" wrap="square" lIns="38100" tIns="19050" rIns="38100" bIns="19050" anchor="ctr" anchorCtr="1">
                <a:spAutoFit/>
              </a:bodyPr>
              <a:lstStyle/>
              <a:p>
                <a:pPr>
                  <a:defRPr sz="900" b="0" i="0" strike="noStrike" kern="1200" baseline="0">
                    <a:solidFill>
                      <a:schemeClr val="tx1">
                        <a:lumMod val="75000"/>
                        <a:lumOff val="25000"/>
                      </a:schemeClr>
                    </a:solidFill>
                    <a:latin typeface="+mn-lt"/>
                    <a:ea typeface="+mn-ea"/>
                    <a:cs typeface="+mn-cs"/>
                  </a:defRPr>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Tablas!$H$16:$H$27</c:f>
              <c:numCache>
                <c:formatCode>yyyy\-mm\-dd</c:formatCode>
                <c:ptCount val="12"/>
                <c:pt idx="0">
                  <c:v>46125</c:v>
                </c:pt>
                <c:pt idx="1">
                  <c:v>46139</c:v>
                </c:pt>
                <c:pt idx="2">
                  <c:v>46153</c:v>
                </c:pt>
                <c:pt idx="3">
                  <c:v>46167</c:v>
                </c:pt>
                <c:pt idx="4">
                  <c:v>46181</c:v>
                </c:pt>
                <c:pt idx="5">
                  <c:v>46195</c:v>
                </c:pt>
                <c:pt idx="6">
                  <c:v>46209</c:v>
                </c:pt>
                <c:pt idx="7">
                  <c:v>46223</c:v>
                </c:pt>
                <c:pt idx="8">
                  <c:v>46237</c:v>
                </c:pt>
                <c:pt idx="9">
                  <c:v>46266</c:v>
                </c:pt>
                <c:pt idx="10">
                  <c:v>46279</c:v>
                </c:pt>
                <c:pt idx="11">
                  <c:v>46300</c:v>
                </c:pt>
              </c:numCache>
            </c:numRef>
          </c:cat>
          <c:val>
            <c:numRef>
              <c:f>Tablas!$L$16:$L$27</c:f>
              <c:numCache>
                <c:formatCode>General</c:formatCode>
                <c:ptCount val="12"/>
                <c:pt idx="0" formatCode="0">
                  <c:v>9982</c:v>
                </c:pt>
                <c:pt idx="1">
                  <c:v>9078</c:v>
                </c:pt>
                <c:pt idx="2">
                  <c:v>9906</c:v>
                </c:pt>
                <c:pt idx="3">
                  <c:v>10794</c:v>
                </c:pt>
                <c:pt idx="4">
                  <c:v>12069</c:v>
                </c:pt>
                <c:pt idx="5">
                  <c:v>12018</c:v>
                </c:pt>
                <c:pt idx="6">
                  <c:v>11358</c:v>
                </c:pt>
                <c:pt idx="7">
                  <c:v>12353</c:v>
                </c:pt>
                <c:pt idx="8">
                  <c:v>11120</c:v>
                </c:pt>
                <c:pt idx="9">
                  <c:v>11970</c:v>
                </c:pt>
                <c:pt idx="10">
                  <c:v>11824</c:v>
                </c:pt>
                <c:pt idx="11">
                  <c:v>10836</c:v>
                </c:pt>
              </c:numCache>
            </c:numRef>
          </c:val>
          <c:extLst>
            <c:ext xmlns:c16="http://schemas.microsoft.com/office/drawing/2014/chart" uri="{C3380CC4-5D6E-409C-BE32-E72D297353CC}">
              <c16:uniqueId val="{00000002-1DFA-4399-81C9-89506D60F46A}"/>
            </c:ext>
          </c:extLst>
        </c:ser>
        <c:dLbls>
          <c:dLblPos val="outEnd"/>
          <c:showLegendKey val="0"/>
          <c:showVal val="1"/>
          <c:showCatName val="0"/>
          <c:showSerName val="0"/>
          <c:showPercent val="0"/>
          <c:showBubbleSize val="0"/>
        </c:dLbls>
        <c:gapWidth val="219"/>
        <c:axId val="187831007"/>
        <c:axId val="187831423"/>
      </c:barChart>
      <c:catAx>
        <c:axId val="187831007"/>
        <c:scaling>
          <c:orientation val="minMax"/>
        </c:scaling>
        <c:delete val="0"/>
        <c:axPos val="b"/>
        <c:numFmt formatCode="yyyy\-mm\-dd" sourceLinked="1"/>
        <c:majorTickMark val="none"/>
        <c:minorTickMark val="none"/>
        <c:tickLblPos val="nextTo"/>
        <c:spPr>
          <a:noFill/>
          <a:ln w="9525" cap="flat" cmpd="sng" algn="ctr">
            <a:solidFill>
              <a:schemeClr val="tx1">
                <a:lumMod val="15000"/>
                <a:lumOff val="85000"/>
              </a:schemeClr>
            </a:solidFill>
            <a:prstDash val="solid"/>
            <a:round/>
          </a:ln>
        </c:spPr>
        <c:txPr>
          <a:bodyPr rot="-60000000" spcFirstLastPara="1" vertOverflow="ellipsis" vert="horz" wrap="square" anchor="ctr" anchorCtr="1"/>
          <a:lstStyle/>
          <a:p>
            <a:pPr>
              <a:defRPr sz="900" b="0" i="0" strike="noStrike" kern="1200" baseline="0">
                <a:solidFill>
                  <a:schemeClr val="tx1">
                    <a:lumMod val="65000"/>
                    <a:lumOff val="35000"/>
                  </a:schemeClr>
                </a:solidFill>
                <a:latin typeface="+mn-lt"/>
                <a:ea typeface="+mn-ea"/>
                <a:cs typeface="+mn-cs"/>
              </a:defRPr>
            </a:pPr>
            <a:endParaRPr lang="es-ES"/>
          </a:p>
        </c:txPr>
        <c:crossAx val="187831423"/>
        <c:crosses val="autoZero"/>
        <c:auto val="0"/>
        <c:lblAlgn val="ctr"/>
        <c:lblOffset val="100"/>
        <c:noMultiLvlLbl val="0"/>
      </c:catAx>
      <c:valAx>
        <c:axId val="187831423"/>
        <c:scaling>
          <c:orientation val="minMax"/>
        </c:scaling>
        <c:delete val="0"/>
        <c:axPos val="l"/>
        <c:majorGridlines>
          <c:spPr>
            <a:ln w="9525" cap="flat" cmpd="sng" algn="ctr">
              <a:solidFill>
                <a:schemeClr val="tx1">
                  <a:lumMod val="15000"/>
                  <a:lumOff val="85000"/>
                </a:schemeClr>
              </a:solidFill>
              <a:prstDash val="solid"/>
              <a:round/>
            </a:ln>
          </c:spPr>
        </c:majorGridlines>
        <c:numFmt formatCode="0" sourceLinked="0"/>
        <c:majorTickMark val="none"/>
        <c:minorTickMark val="none"/>
        <c:tickLblPos val="nextTo"/>
        <c:spPr>
          <a:noFill/>
          <a:ln>
            <a:noFill/>
            <a:prstDash val="solid"/>
          </a:ln>
        </c:spPr>
        <c:txPr>
          <a:bodyPr rot="-60000000" spcFirstLastPara="1" vertOverflow="ellipsis" vert="horz" wrap="square" anchor="ctr" anchorCtr="1"/>
          <a:lstStyle/>
          <a:p>
            <a:pPr>
              <a:defRPr sz="900" b="0" i="0" strike="noStrike" kern="1200" baseline="0">
                <a:solidFill>
                  <a:schemeClr val="tx1">
                    <a:lumMod val="65000"/>
                    <a:lumOff val="35000"/>
                  </a:schemeClr>
                </a:solidFill>
                <a:latin typeface="+mn-lt"/>
                <a:ea typeface="+mn-ea"/>
                <a:cs typeface="+mn-cs"/>
              </a:defRPr>
            </a:pPr>
            <a:endParaRPr lang="es-ES"/>
          </a:p>
        </c:txPr>
        <c:crossAx val="187831007"/>
        <c:crosses val="autoZero"/>
        <c:crossBetween val="between"/>
      </c:valAx>
    </c:plotArea>
    <c:legend>
      <c:legendPos val="b"/>
      <c:overlay val="0"/>
      <c:spPr>
        <a:noFill/>
        <a:ln>
          <a:noFill/>
          <a:prstDash val="solid"/>
        </a:ln>
      </c:spPr>
      <c:txPr>
        <a:bodyPr rot="0" spcFirstLastPara="1" vertOverflow="ellipsis" vert="horz" wrap="square" anchor="ctr" anchorCtr="1"/>
        <a:lstStyle/>
        <a:p>
          <a:pPr>
            <a:defRPr sz="900" b="0" i="0" strike="noStrike" kern="1200" baseline="0">
              <a:solidFill>
                <a:schemeClr val="tx1">
                  <a:lumMod val="65000"/>
                  <a:lumOff val="35000"/>
                </a:schemeClr>
              </a:solidFill>
              <a:latin typeface="+mn-lt"/>
              <a:ea typeface="+mn-ea"/>
              <a:cs typeface="+mn-cs"/>
            </a:defRPr>
          </a:pPr>
          <a:endParaRPr lang="es-ES"/>
        </a:p>
      </c:txPr>
    </c:legend>
    <c:plotVisOnly val="1"/>
    <c:dispBlanksAs val="gap"/>
    <c:showDLblsOverMax val="1"/>
  </c:chart>
  <c:spPr>
    <a:solidFill>
      <a:schemeClr val="bg1"/>
    </a:solidFill>
    <a:ln w="9525" cap="flat" cmpd="sng" algn="ctr">
      <a:noFill/>
      <a:prstDash val="solid"/>
      <a:round/>
    </a:ln>
  </c:spPr>
  <c:externalData r:id="rId2">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strike="noStrike" kern="1200" spc="0" baseline="0">
                <a:solidFill>
                  <a:schemeClr val="tx1">
                    <a:lumMod val="65000"/>
                    <a:lumOff val="35000"/>
                  </a:schemeClr>
                </a:solidFill>
                <a:latin typeface="+mn-lt"/>
                <a:ea typeface="+mn-ea"/>
                <a:cs typeface="+mn-cs"/>
              </a:defRPr>
            </a:pPr>
            <a:r>
              <a:rPr lang="es-ES" noProof="0" dirty="0"/>
              <a:t>Carga de trabajo según</a:t>
            </a:r>
            <a:r>
              <a:rPr lang="es-ES" baseline="0" noProof="0" dirty="0"/>
              <a:t> número de horas</a:t>
            </a:r>
            <a:endParaRPr lang="es-ES" noProof="0" dirty="0"/>
          </a:p>
        </c:rich>
      </c:tx>
      <c:overlay val="0"/>
      <c:spPr>
        <a:noFill/>
        <a:ln>
          <a:noFill/>
          <a:prstDash val="solid"/>
        </a:ln>
      </c:spPr>
    </c:title>
    <c:autoTitleDeleted val="0"/>
    <c:plotArea>
      <c:layout/>
      <c:pieChart>
        <c:varyColors val="1"/>
        <c:dLbls>
          <c:showLegendKey val="0"/>
          <c:showVal val="0"/>
          <c:showCatName val="0"/>
          <c:showSerName val="0"/>
          <c:showPercent val="0"/>
          <c:showBubbleSize val="0"/>
          <c:showLeaderLines val="0"/>
        </c:dLbls>
        <c:firstSliceAng val="0"/>
      </c:pieChart>
    </c:plotArea>
    <c:plotVisOnly val="1"/>
    <c:dispBlanksAs val="gap"/>
    <c:showDLblsOverMax val="0"/>
  </c:chart>
  <c:spPr>
    <a:solidFill>
      <a:schemeClr val="bg1"/>
    </a:solidFill>
    <a:ln w="9525" cap="flat" cmpd="sng" algn="ctr">
      <a:noFill/>
      <a:prstDash val="solid"/>
      <a:round/>
    </a:ln>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strike="noStrike" kern="1200" spc="0" baseline="0">
                <a:solidFill>
                  <a:schemeClr val="tx1">
                    <a:lumMod val="65000"/>
                    <a:lumOff val="35000"/>
                  </a:schemeClr>
                </a:solidFill>
                <a:latin typeface="+mn-lt"/>
                <a:ea typeface="+mn-ea"/>
                <a:cs typeface="+mn-cs"/>
              </a:defRPr>
            </a:pPr>
            <a:r>
              <a:rPr lang="es-ES" noProof="0" dirty="0"/>
              <a:t>Carga de trabajo según</a:t>
            </a:r>
            <a:r>
              <a:rPr lang="es-ES" baseline="0" noProof="0" dirty="0"/>
              <a:t> número de horas</a:t>
            </a:r>
            <a:endParaRPr lang="es-ES" noProof="0" dirty="0"/>
          </a:p>
        </c:rich>
      </c:tx>
      <c:overlay val="0"/>
      <c:spPr>
        <a:noFill/>
        <a:ln>
          <a:noFill/>
          <a:prstDash val="solid"/>
        </a:ln>
      </c:spPr>
    </c:title>
    <c:autoTitleDeleted val="0"/>
    <c:plotArea>
      <c:layout/>
      <c:pieChart>
        <c:varyColors val="1"/>
        <c:dLbls>
          <c:showLegendKey val="0"/>
          <c:showVal val="0"/>
          <c:showCatName val="0"/>
          <c:showSerName val="0"/>
          <c:showPercent val="0"/>
          <c:showBubbleSize val="0"/>
          <c:showLeaderLines val="0"/>
        </c:dLbls>
        <c:firstSliceAng val="0"/>
      </c:pieChart>
    </c:plotArea>
    <c:plotVisOnly val="1"/>
    <c:dispBlanksAs val="gap"/>
    <c:showDLblsOverMax val="0"/>
  </c:chart>
  <c:spPr>
    <a:solidFill>
      <a:schemeClr val="bg1"/>
    </a:solidFill>
    <a:ln w="9525" cap="flat" cmpd="sng" algn="ctr">
      <a:noFill/>
      <a:prstDash val="solid"/>
      <a:round/>
    </a:ln>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strike="noStrike" kern="1200" spc="0" baseline="0">
                <a:solidFill>
                  <a:schemeClr val="tx1">
                    <a:lumMod val="65000"/>
                    <a:lumOff val="35000"/>
                  </a:schemeClr>
                </a:solidFill>
                <a:latin typeface="+mn-lt"/>
                <a:ea typeface="+mn-ea"/>
                <a:cs typeface="+mn-cs"/>
              </a:defRPr>
            </a:pPr>
            <a:r>
              <a:rPr lang="es-ES" noProof="0" dirty="0"/>
              <a:t>Carga de trabajo según</a:t>
            </a:r>
            <a:r>
              <a:rPr lang="es-ES" baseline="0" noProof="0" dirty="0"/>
              <a:t> número de horas</a:t>
            </a:r>
            <a:endParaRPr lang="es-ES" noProof="0" dirty="0"/>
          </a:p>
        </c:rich>
      </c:tx>
      <c:overlay val="0"/>
      <c:spPr>
        <a:noFill/>
        <a:ln>
          <a:noFill/>
          <a:prstDash val="solid"/>
        </a:ln>
      </c:spPr>
    </c:title>
    <c:autoTitleDeleted val="0"/>
    <c:plotArea>
      <c:layout/>
      <c:pieChart>
        <c:varyColors val="1"/>
        <c:dLbls>
          <c:showLegendKey val="0"/>
          <c:showVal val="0"/>
          <c:showCatName val="0"/>
          <c:showSerName val="0"/>
          <c:showPercent val="0"/>
          <c:showBubbleSize val="0"/>
          <c:showLeaderLines val="0"/>
        </c:dLbls>
        <c:firstSliceAng val="0"/>
      </c:pieChart>
    </c:plotArea>
    <c:plotVisOnly val="1"/>
    <c:dispBlanksAs val="gap"/>
    <c:showDLblsOverMax val="0"/>
  </c:chart>
  <c:spPr>
    <a:solidFill>
      <a:schemeClr val="bg1"/>
    </a:solidFill>
    <a:ln w="9525" cap="flat" cmpd="sng" algn="ctr">
      <a:noFill/>
      <a:prstDash val="solid"/>
      <a:round/>
    </a:ln>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strike="noStrike" kern="1200" spc="0" baseline="0">
                <a:solidFill>
                  <a:schemeClr val="tx1">
                    <a:lumMod val="65000"/>
                    <a:lumOff val="35000"/>
                  </a:schemeClr>
                </a:solidFill>
                <a:latin typeface="+mn-lt"/>
                <a:ea typeface="+mn-ea"/>
                <a:cs typeface="+mn-cs"/>
              </a:defRPr>
            </a:pPr>
            <a:r>
              <a:rPr lang="es-ES" noProof="0" dirty="0"/>
              <a:t>Carga de trabajo según</a:t>
            </a:r>
            <a:r>
              <a:rPr lang="es-ES" baseline="0" noProof="0" dirty="0"/>
              <a:t> número de horas</a:t>
            </a:r>
            <a:endParaRPr lang="es-ES" noProof="0" dirty="0"/>
          </a:p>
        </c:rich>
      </c:tx>
      <c:overlay val="0"/>
      <c:spPr>
        <a:noFill/>
        <a:ln>
          <a:noFill/>
          <a:prstDash val="solid"/>
        </a:ln>
      </c:spPr>
    </c:title>
    <c:autoTitleDeleted val="0"/>
    <c:plotArea>
      <c:layout/>
      <c:pieChart>
        <c:varyColors val="1"/>
        <c:dLbls>
          <c:showLegendKey val="0"/>
          <c:showVal val="0"/>
          <c:showCatName val="0"/>
          <c:showSerName val="0"/>
          <c:showPercent val="0"/>
          <c:showBubbleSize val="0"/>
          <c:showLeaderLines val="0"/>
        </c:dLbls>
        <c:firstSliceAng val="0"/>
      </c:pieChart>
    </c:plotArea>
    <c:plotVisOnly val="1"/>
    <c:dispBlanksAs val="gap"/>
    <c:showDLblsOverMax val="0"/>
  </c:chart>
  <c:spPr>
    <a:solidFill>
      <a:schemeClr val="bg1"/>
    </a:solidFill>
    <a:ln w="9525" cap="flat" cmpd="sng" algn="ctr">
      <a:noFill/>
      <a:prstDash val="solid"/>
      <a:round/>
    </a:ln>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strike="noStrike" kern="1200" spc="0" baseline="0">
                <a:solidFill>
                  <a:schemeClr val="tx1">
                    <a:lumMod val="65000"/>
                    <a:lumOff val="35000"/>
                  </a:schemeClr>
                </a:solidFill>
                <a:latin typeface="+mn-lt"/>
                <a:ea typeface="+mn-ea"/>
                <a:cs typeface="+mn-cs"/>
              </a:defRPr>
            </a:pPr>
            <a:r>
              <a:rPr lang="es-ES" noProof="0" dirty="0"/>
              <a:t>Carga de trabajo según</a:t>
            </a:r>
            <a:r>
              <a:rPr lang="es-ES" baseline="0" noProof="0" dirty="0"/>
              <a:t> número de horas</a:t>
            </a:r>
            <a:endParaRPr lang="es-ES" noProof="0" dirty="0"/>
          </a:p>
        </c:rich>
      </c:tx>
      <c:overlay val="0"/>
      <c:spPr>
        <a:noFill/>
        <a:ln>
          <a:noFill/>
          <a:prstDash val="solid"/>
        </a:ln>
      </c:spPr>
    </c:title>
    <c:autoTitleDeleted val="0"/>
    <c:plotArea>
      <c:layout/>
      <c:pieChart>
        <c:varyColors val="1"/>
        <c:dLbls>
          <c:showLegendKey val="0"/>
          <c:showVal val="0"/>
          <c:showCatName val="0"/>
          <c:showSerName val="0"/>
          <c:showPercent val="0"/>
          <c:showBubbleSize val="0"/>
          <c:showLeaderLines val="0"/>
        </c:dLbls>
        <c:firstSliceAng val="0"/>
      </c:pieChart>
    </c:plotArea>
    <c:plotVisOnly val="1"/>
    <c:dispBlanksAs val="gap"/>
    <c:showDLblsOverMax val="0"/>
  </c:chart>
  <c:spPr>
    <a:solidFill>
      <a:schemeClr val="bg1"/>
    </a:solidFill>
    <a:ln w="9525" cap="flat" cmpd="sng" algn="ctr">
      <a:noFill/>
      <a:prstDash val="solid"/>
      <a:round/>
    </a:ln>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strike="noStrike" kern="1200" spc="0" baseline="0">
                <a:solidFill>
                  <a:schemeClr val="tx1">
                    <a:lumMod val="65000"/>
                    <a:lumOff val="35000"/>
                  </a:schemeClr>
                </a:solidFill>
                <a:latin typeface="+mn-lt"/>
                <a:ea typeface="+mn-ea"/>
                <a:cs typeface="+mn-cs"/>
              </a:defRPr>
            </a:pPr>
            <a:r>
              <a:rPr lang="es-ES" noProof="0" dirty="0"/>
              <a:t>Carga de trabajo según</a:t>
            </a:r>
            <a:r>
              <a:rPr lang="es-ES" baseline="0" noProof="0" dirty="0"/>
              <a:t> número de horas</a:t>
            </a:r>
            <a:endParaRPr lang="es-ES" noProof="0" dirty="0"/>
          </a:p>
        </c:rich>
      </c:tx>
      <c:overlay val="0"/>
      <c:spPr>
        <a:noFill/>
        <a:ln>
          <a:noFill/>
          <a:prstDash val="solid"/>
        </a:ln>
      </c:spPr>
    </c:title>
    <c:autoTitleDeleted val="0"/>
    <c:plotArea>
      <c:layout/>
      <c:pieChart>
        <c:varyColors val="1"/>
        <c:dLbls>
          <c:showLegendKey val="0"/>
          <c:showVal val="0"/>
          <c:showCatName val="0"/>
          <c:showSerName val="0"/>
          <c:showPercent val="0"/>
          <c:showBubbleSize val="0"/>
          <c:showLeaderLines val="0"/>
        </c:dLbls>
        <c:firstSliceAng val="0"/>
      </c:pieChart>
    </c:plotArea>
    <c:plotVisOnly val="1"/>
    <c:dispBlanksAs val="gap"/>
    <c:showDLblsOverMax val="0"/>
  </c:chart>
  <c:spPr>
    <a:solidFill>
      <a:schemeClr val="bg1"/>
    </a:solidFill>
    <a:ln w="9525" cap="flat" cmpd="sng" algn="ctr">
      <a:noFill/>
      <a:prstDash val="solid"/>
      <a:round/>
    </a:ln>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vert="horz"/>
          <a:lstStyle/>
          <a:p>
            <a:pPr>
              <a:defRPr/>
            </a:pPr>
            <a:r>
              <a:rPr lang="es-ES" noProof="0" dirty="0"/>
              <a:t>Carga de trabajo pendiente según número de horas</a:t>
            </a:r>
          </a:p>
        </c:rich>
      </c:tx>
      <c:overlay val="0"/>
      <c:spPr>
        <a:noFill/>
        <a:ln>
          <a:noFill/>
          <a:prstDash val="solid"/>
        </a:ln>
      </c:spPr>
    </c:title>
    <c:autoTitleDeleted val="0"/>
    <c:plotArea>
      <c:layout>
        <c:manualLayout>
          <c:layoutTarget val="inner"/>
          <c:xMode val="edge"/>
          <c:yMode val="edge"/>
          <c:x val="0.23642573305532644"/>
          <c:y val="0.115863616810369"/>
          <c:w val="0.52207371280932113"/>
          <c:h val="0.76240123191251929"/>
        </c:manualLayout>
      </c:layout>
      <c:pieChart>
        <c:varyColors val="1"/>
        <c:dLbls>
          <c:dLblPos val="bestFit"/>
          <c:showLegendKey val="0"/>
          <c:showVal val="1"/>
          <c:showCatName val="0"/>
          <c:showSerName val="0"/>
          <c:showPercent val="0"/>
          <c:showBubbleSize val="0"/>
          <c:showLeaderLines val="0"/>
        </c:dLbls>
        <c:firstSliceAng val="0"/>
      </c:pieChart>
    </c:plotArea>
    <c:plotVisOnly val="1"/>
    <c:dispBlanksAs val="gap"/>
    <c:showDLblsOverMax val="0"/>
  </c:chart>
  <c:spPr>
    <a:solidFill>
      <a:schemeClr val="bg1"/>
    </a:solidFill>
    <a:ln w="9525" cap="flat" cmpd="sng" algn="ctr">
      <a:noFill/>
      <a:prstDash val="solid"/>
      <a:round/>
    </a:ln>
  </c:spPr>
  <c:txPr>
    <a:bodyPr/>
    <a:lstStyle/>
    <a:p>
      <a:pPr algn="ctr">
        <a:defRPr lang="en-US" sz="900" b="0" i="0" u="none" strike="noStrike" kern="1200" baseline="0">
          <a:solidFill>
            <a:schemeClr val="dk1">
              <a:lumMod val="65000"/>
              <a:lumOff val="35000"/>
            </a:schemeClr>
          </a:solidFill>
          <a:latin typeface="+mn-lt"/>
          <a:ea typeface="+mn-ea"/>
          <a:cs typeface="+mn-cs"/>
        </a:defRPr>
      </a:pPr>
      <a:endParaRPr lang="es-E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strike="noStrike" kern="1200" spc="0" baseline="0">
                <a:solidFill>
                  <a:schemeClr val="tx1">
                    <a:lumMod val="65000"/>
                    <a:lumOff val="35000"/>
                  </a:schemeClr>
                </a:solidFill>
                <a:latin typeface="+mn-lt"/>
                <a:ea typeface="+mn-ea"/>
                <a:cs typeface="+mn-cs"/>
              </a:defRPr>
            </a:pPr>
            <a:r>
              <a:rPr lang="es-ES" noProof="0" dirty="0"/>
              <a:t>Carga de trabajo según</a:t>
            </a:r>
            <a:r>
              <a:rPr lang="es-ES" baseline="0" noProof="0" dirty="0"/>
              <a:t> número de horas</a:t>
            </a:r>
            <a:endParaRPr lang="es-ES" noProof="0" dirty="0"/>
          </a:p>
        </c:rich>
      </c:tx>
      <c:overlay val="0"/>
      <c:spPr>
        <a:noFill/>
        <a:ln>
          <a:noFill/>
          <a:prstDash val="solid"/>
        </a:ln>
      </c:spPr>
    </c:title>
    <c:autoTitleDeleted val="0"/>
    <c:plotArea>
      <c:layout/>
      <c:pieChart>
        <c:varyColors val="1"/>
        <c:dLbls>
          <c:showLegendKey val="0"/>
          <c:showVal val="0"/>
          <c:showCatName val="0"/>
          <c:showSerName val="0"/>
          <c:showPercent val="0"/>
          <c:showBubbleSize val="0"/>
          <c:showLeaderLines val="0"/>
        </c:dLbls>
        <c:firstSliceAng val="0"/>
      </c:pieChart>
    </c:plotArea>
    <c:plotVisOnly val="1"/>
    <c:dispBlanksAs val="gap"/>
    <c:showDLblsOverMax val="0"/>
  </c:chart>
  <c:spPr>
    <a:solidFill>
      <a:schemeClr val="bg1"/>
    </a:solidFill>
    <a:ln w="9525" cap="flat" cmpd="sng" algn="ctr">
      <a:noFill/>
      <a:prstDash val="solid"/>
      <a:round/>
    </a:ln>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strike="noStrike" kern="1200" spc="0" baseline="0">
                <a:solidFill>
                  <a:schemeClr val="tx1">
                    <a:lumMod val="65000"/>
                    <a:lumOff val="35000"/>
                  </a:schemeClr>
                </a:solidFill>
                <a:latin typeface="+mn-lt"/>
                <a:ea typeface="+mn-ea"/>
                <a:cs typeface="+mn-cs"/>
              </a:defRPr>
            </a:pPr>
            <a:r>
              <a:rPr lang="es-ES" noProof="0" dirty="0"/>
              <a:t>Carga de trabajo según</a:t>
            </a:r>
            <a:r>
              <a:rPr lang="es-ES" baseline="0" noProof="0" dirty="0"/>
              <a:t> número de horas</a:t>
            </a:r>
            <a:endParaRPr lang="es-ES" noProof="0" dirty="0"/>
          </a:p>
        </c:rich>
      </c:tx>
      <c:overlay val="0"/>
      <c:spPr>
        <a:noFill/>
        <a:ln>
          <a:noFill/>
          <a:prstDash val="solid"/>
        </a:ln>
      </c:spPr>
    </c:title>
    <c:autoTitleDeleted val="0"/>
    <c:plotArea>
      <c:layout/>
      <c:pieChart>
        <c:varyColors val="1"/>
        <c:dLbls>
          <c:showLegendKey val="0"/>
          <c:showVal val="0"/>
          <c:showCatName val="0"/>
          <c:showSerName val="0"/>
          <c:showPercent val="0"/>
          <c:showBubbleSize val="0"/>
          <c:showLeaderLines val="0"/>
        </c:dLbls>
        <c:firstSliceAng val="0"/>
      </c:pieChart>
    </c:plotArea>
    <c:plotVisOnly val="1"/>
    <c:dispBlanksAs val="gap"/>
    <c:showDLblsOverMax val="0"/>
  </c:chart>
  <c:spPr>
    <a:solidFill>
      <a:schemeClr val="bg1"/>
    </a:solidFill>
    <a:ln w="9525" cap="flat" cmpd="sng" algn="ctr">
      <a:noFill/>
      <a:prstDash val="solid"/>
      <a:round/>
    </a:ln>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strike="noStrike" kern="1200" spc="0" baseline="0">
                <a:solidFill>
                  <a:schemeClr val="tx1">
                    <a:lumMod val="65000"/>
                    <a:lumOff val="35000"/>
                  </a:schemeClr>
                </a:solidFill>
                <a:latin typeface="+mn-lt"/>
                <a:ea typeface="+mn-ea"/>
                <a:cs typeface="+mn-cs"/>
              </a:defRPr>
            </a:pPr>
            <a:r>
              <a:rPr lang="es-ES" noProof="0" dirty="0"/>
              <a:t>Carga de trabajo según</a:t>
            </a:r>
            <a:r>
              <a:rPr lang="es-ES" baseline="0" noProof="0" dirty="0"/>
              <a:t> número de horas</a:t>
            </a:r>
            <a:endParaRPr lang="es-ES" noProof="0" dirty="0"/>
          </a:p>
        </c:rich>
      </c:tx>
      <c:overlay val="0"/>
      <c:spPr>
        <a:noFill/>
        <a:ln>
          <a:noFill/>
          <a:prstDash val="solid"/>
        </a:ln>
      </c:spPr>
    </c:title>
    <c:autoTitleDeleted val="0"/>
    <c:plotArea>
      <c:layout/>
      <c:pieChart>
        <c:varyColors val="1"/>
        <c:dLbls>
          <c:showLegendKey val="0"/>
          <c:showVal val="0"/>
          <c:showCatName val="0"/>
          <c:showSerName val="0"/>
          <c:showPercent val="0"/>
          <c:showBubbleSize val="0"/>
          <c:showLeaderLines val="0"/>
        </c:dLbls>
        <c:firstSliceAng val="0"/>
      </c:pieChart>
    </c:plotArea>
    <c:plotVisOnly val="1"/>
    <c:dispBlanksAs val="gap"/>
    <c:showDLblsOverMax val="0"/>
  </c:chart>
  <c:spPr>
    <a:solidFill>
      <a:schemeClr val="bg1"/>
    </a:solidFill>
    <a:ln w="9525" cap="flat" cmpd="sng" algn="ctr">
      <a:noFill/>
      <a:prstDash val="solid"/>
      <a:round/>
    </a:ln>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strike="noStrike" kern="1200" spc="0" baseline="0">
                <a:solidFill>
                  <a:schemeClr val="tx1">
                    <a:lumMod val="65000"/>
                    <a:lumOff val="35000"/>
                  </a:schemeClr>
                </a:solidFill>
                <a:latin typeface="+mn-lt"/>
                <a:ea typeface="+mn-ea"/>
                <a:cs typeface="+mn-cs"/>
              </a:defRPr>
            </a:pPr>
            <a:r>
              <a:rPr lang="es-ES" noProof="0" dirty="0"/>
              <a:t>Carga de trabajo según</a:t>
            </a:r>
            <a:r>
              <a:rPr lang="es-ES" baseline="0" noProof="0" dirty="0"/>
              <a:t> número de horas</a:t>
            </a:r>
            <a:endParaRPr lang="es-ES" noProof="0" dirty="0"/>
          </a:p>
        </c:rich>
      </c:tx>
      <c:overlay val="0"/>
      <c:spPr>
        <a:noFill/>
        <a:ln>
          <a:noFill/>
          <a:prstDash val="solid"/>
        </a:ln>
      </c:spPr>
    </c:title>
    <c:autoTitleDeleted val="0"/>
    <c:plotArea>
      <c:layout/>
      <c:pieChart>
        <c:varyColors val="1"/>
        <c:dLbls>
          <c:showLegendKey val="0"/>
          <c:showVal val="0"/>
          <c:showCatName val="0"/>
          <c:showSerName val="0"/>
          <c:showPercent val="0"/>
          <c:showBubbleSize val="0"/>
          <c:showLeaderLines val="0"/>
        </c:dLbls>
        <c:firstSliceAng val="0"/>
      </c:pieChart>
    </c:plotArea>
    <c:plotVisOnly val="1"/>
    <c:dispBlanksAs val="gap"/>
    <c:showDLblsOverMax val="1"/>
  </c:chart>
  <c:spPr>
    <a:solidFill>
      <a:schemeClr val="bg1"/>
    </a:solidFill>
    <a:ln w="9525" cap="flat" cmpd="sng" algn="ctr">
      <a:noFill/>
      <a:prstDash val="solid"/>
      <a:round/>
    </a:ln>
  </c:spPr>
  <c:externalData r:id="rId2">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strike="noStrike" kern="1200" spc="0" baseline="0">
                <a:solidFill>
                  <a:schemeClr val="tx1">
                    <a:lumMod val="65000"/>
                    <a:lumOff val="35000"/>
                  </a:schemeClr>
                </a:solidFill>
                <a:latin typeface="+mn-lt"/>
                <a:ea typeface="+mn-ea"/>
                <a:cs typeface="+mn-cs"/>
              </a:defRPr>
            </a:pPr>
            <a:r>
              <a:rPr lang="es-ES" noProof="0" dirty="0"/>
              <a:t>Carga de trabajo según</a:t>
            </a:r>
            <a:r>
              <a:rPr lang="es-ES" baseline="0" noProof="0" dirty="0"/>
              <a:t> número de horas</a:t>
            </a:r>
            <a:endParaRPr lang="es-ES" noProof="0" dirty="0"/>
          </a:p>
        </c:rich>
      </c:tx>
      <c:overlay val="0"/>
      <c:spPr>
        <a:noFill/>
        <a:ln>
          <a:noFill/>
          <a:prstDash val="solid"/>
        </a:ln>
      </c:spPr>
    </c:title>
    <c:autoTitleDeleted val="0"/>
    <c:plotArea>
      <c:layout/>
      <c:pieChart>
        <c:varyColors val="1"/>
        <c:dLbls>
          <c:showLegendKey val="0"/>
          <c:showVal val="0"/>
          <c:showCatName val="0"/>
          <c:showSerName val="0"/>
          <c:showPercent val="0"/>
          <c:showBubbleSize val="0"/>
          <c:showLeaderLines val="0"/>
        </c:dLbls>
        <c:firstSliceAng val="0"/>
      </c:pieChart>
    </c:plotArea>
    <c:plotVisOnly val="1"/>
    <c:dispBlanksAs val="gap"/>
    <c:showDLblsOverMax val="1"/>
  </c:chart>
  <c:spPr>
    <a:solidFill>
      <a:schemeClr val="bg1"/>
    </a:solidFill>
    <a:ln w="9525" cap="flat" cmpd="sng" algn="ctr">
      <a:noFill/>
      <a:prstDash val="solid"/>
      <a:round/>
    </a:ln>
  </c:spPr>
  <c:externalData r:id="rId2">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strike="noStrike" kern="1200" spc="0" baseline="0">
                <a:solidFill>
                  <a:schemeClr val="tx1">
                    <a:lumMod val="65000"/>
                    <a:lumOff val="35000"/>
                  </a:schemeClr>
                </a:solidFill>
                <a:latin typeface="+mn-lt"/>
                <a:ea typeface="+mn-ea"/>
                <a:cs typeface="+mn-cs"/>
              </a:defRPr>
            </a:pPr>
            <a:r>
              <a:rPr lang="es-ES" dirty="0"/>
              <a:t>Carga de trabajo según</a:t>
            </a:r>
            <a:r>
              <a:rPr lang="es-ES" baseline="0" dirty="0"/>
              <a:t> número de horas</a:t>
            </a:r>
            <a:endParaRPr lang="es-ES" dirty="0"/>
          </a:p>
        </c:rich>
      </c:tx>
      <c:overlay val="0"/>
      <c:spPr>
        <a:noFill/>
        <a:ln>
          <a:noFill/>
          <a:prstDash val="solid"/>
        </a:ln>
      </c:spPr>
    </c:title>
    <c:autoTitleDeleted val="0"/>
    <c:plotArea>
      <c:layout/>
      <c:pieChart>
        <c:varyColors val="1"/>
        <c:ser>
          <c:idx val="0"/>
          <c:order val="0"/>
          <c:tx>
            <c:v>Trabajo segÃºn horas proyectos</c:v>
          </c:tx>
          <c:spPr>
            <a:ln>
              <a:prstDash val="solid"/>
            </a:ln>
          </c:spPr>
          <c:dPt>
            <c:idx val="0"/>
            <c:bubble3D val="0"/>
            <c:spPr>
              <a:solidFill>
                <a:schemeClr val="accent2"/>
              </a:solidFill>
              <a:ln w="19050">
                <a:solidFill>
                  <a:schemeClr val="lt1"/>
                </a:solidFill>
                <a:prstDash val="solid"/>
              </a:ln>
            </c:spPr>
            <c:extLst>
              <c:ext xmlns:c16="http://schemas.microsoft.com/office/drawing/2014/chart" uri="{C3380CC4-5D6E-409C-BE32-E72D297353CC}">
                <c16:uniqueId val="{00000001-8CCA-490D-9074-3B88A2DB00C8}"/>
              </c:ext>
            </c:extLst>
          </c:dPt>
          <c:dPt>
            <c:idx val="1"/>
            <c:bubble3D val="0"/>
            <c:spPr>
              <a:solidFill>
                <a:schemeClr val="bg1">
                  <a:lumMod val="65000"/>
                </a:schemeClr>
              </a:solidFill>
              <a:ln w="19050">
                <a:solidFill>
                  <a:schemeClr val="lt1"/>
                </a:solidFill>
                <a:prstDash val="solid"/>
              </a:ln>
            </c:spPr>
            <c:extLst>
              <c:ext xmlns:c16="http://schemas.microsoft.com/office/drawing/2014/chart" uri="{C3380CC4-5D6E-409C-BE32-E72D297353CC}">
                <c16:uniqueId val="{00000003-8CCA-490D-9074-3B88A2DB00C8}"/>
              </c:ext>
            </c:extLst>
          </c:dPt>
          <c:dPt>
            <c:idx val="2"/>
            <c:bubble3D val="0"/>
            <c:spPr>
              <a:solidFill>
                <a:schemeClr val="accent1"/>
              </a:solidFill>
              <a:ln w="19050">
                <a:solidFill>
                  <a:schemeClr val="lt1"/>
                </a:solidFill>
                <a:prstDash val="solid"/>
              </a:ln>
            </c:spPr>
            <c:extLst>
              <c:ext xmlns:c16="http://schemas.microsoft.com/office/drawing/2014/chart" uri="{C3380CC4-5D6E-409C-BE32-E72D297353CC}">
                <c16:uniqueId val="{00000005-8CCA-490D-9074-3B88A2DB00C8}"/>
              </c:ext>
            </c:extLst>
          </c:dPt>
          <c:dLbls>
            <c:numFmt formatCode="0" sourceLinked="0"/>
            <c:spPr>
              <a:solidFill>
                <a:sysClr val="window" lastClr="FFFFFF"/>
              </a:solidFill>
              <a:ln>
                <a:solidFill>
                  <a:sysClr val="windowText" lastClr="000000">
                    <a:lumOff val="75000"/>
                    <a:lumMod val="25000"/>
                  </a:sysClr>
                </a:solidFill>
                <a:prstDash val="solid"/>
              </a:ln>
            </c:spPr>
            <c:txPr>
              <a:bodyPr rot="0" spcFirstLastPara="1" vertOverflow="clip" horzOverflow="clip" vert="horz" wrap="square" lIns="38100" tIns="19050" rIns="38100" bIns="19050" anchor="ctr" anchorCtr="1">
                <a:spAutoFit/>
              </a:bodyPr>
              <a:lstStyle/>
              <a:p>
                <a:pPr>
                  <a:defRPr sz="900" b="0" i="0" strike="noStrike" kern="1200" baseline="0">
                    <a:solidFill>
                      <a:schemeClr val="dk1">
                        <a:lumMod val="65000"/>
                        <a:lumOff val="35000"/>
                      </a:schemeClr>
                    </a:solidFill>
                    <a:latin typeface="+mn-lt"/>
                    <a:ea typeface="+mn-ea"/>
                    <a:cs typeface="+mn-cs"/>
                  </a:defRPr>
                </a:pPr>
                <a:endParaRPr lang="es-ES"/>
              </a:p>
            </c:txPr>
            <c:dLblPos val="outEnd"/>
            <c:showLegendKey val="0"/>
            <c:showVal val="1"/>
            <c:showCatName val="1"/>
            <c:showSerName val="0"/>
            <c:showPercent val="0"/>
            <c:showBubbleSize val="0"/>
            <c:showLeaderLines val="0"/>
            <c:extLst>
              <c:ext xmlns:c15="http://schemas.microsoft.com/office/drawing/2012/chart" uri="{CE6537A1-D6FC-4f65-9D91-7224C49458BB}"/>
            </c:extLst>
          </c:dLbls>
          <c:cat>
            <c:strRef>
              <c:f>Tablas!$Q$4:$S$4</c:f>
              <c:strCache>
                <c:ptCount val="3"/>
                <c:pt idx="0">
                  <c:v>Horas proyectos &lt;= 100</c:v>
                </c:pt>
                <c:pt idx="1">
                  <c:v>Horas proyectos &gt; 100 y &lt; 400</c:v>
                </c:pt>
                <c:pt idx="2">
                  <c:v>Horas proyectos &gt;= 400</c:v>
                </c:pt>
              </c:strCache>
            </c:strRef>
          </c:cat>
          <c:val>
            <c:numRef>
              <c:f>Tablas!$Q$23:$S$23</c:f>
              <c:numCache>
                <c:formatCode>General</c:formatCode>
                <c:ptCount val="3"/>
                <c:pt idx="0">
                  <c:v>5198</c:v>
                </c:pt>
                <c:pt idx="1">
                  <c:v>9663</c:v>
                </c:pt>
                <c:pt idx="2">
                  <c:v>17678</c:v>
                </c:pt>
              </c:numCache>
            </c:numRef>
          </c:val>
          <c:extLst>
            <c:ext xmlns:c16="http://schemas.microsoft.com/office/drawing/2014/chart" uri="{C3380CC4-5D6E-409C-BE32-E72D297353CC}">
              <c16:uniqueId val="{00000006-8CCA-490D-9074-3B88A2DB00C8}"/>
            </c:ext>
          </c:extLst>
        </c:ser>
        <c:dLbls>
          <c:showLegendKey val="0"/>
          <c:showVal val="0"/>
          <c:showCatName val="0"/>
          <c:showSerName val="0"/>
          <c:showPercent val="0"/>
          <c:showBubbleSize val="0"/>
          <c:showLeaderLines val="0"/>
        </c:dLbls>
        <c:firstSliceAng val="0"/>
      </c:pieChart>
    </c:plotArea>
    <c:plotVisOnly val="1"/>
    <c:dispBlanksAs val="gap"/>
    <c:showDLblsOverMax val="1"/>
  </c:chart>
  <c:spPr>
    <a:solidFill>
      <a:schemeClr val="bg1"/>
    </a:solidFill>
    <a:ln w="9525" cap="flat" cmpd="sng" algn="ctr">
      <a:noFill/>
      <a:prstDash val="solid"/>
      <a:round/>
    </a:ln>
  </c:spPr>
  <c:externalData r:id="rId2">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strike="noStrike" kern="1200" spc="0" baseline="0">
                <a:solidFill>
                  <a:schemeClr val="tx1">
                    <a:lumMod val="65000"/>
                    <a:lumOff val="35000"/>
                  </a:schemeClr>
                </a:solidFill>
                <a:latin typeface="+mn-lt"/>
                <a:ea typeface="+mn-ea"/>
                <a:cs typeface="+mn-cs"/>
              </a:defRPr>
            </a:pPr>
            <a:r>
              <a:rPr lang="en-US" dirty="0"/>
              <a:t>Carga de </a:t>
            </a:r>
            <a:r>
              <a:rPr lang="en-US" dirty="0" err="1"/>
              <a:t>trabajo</a:t>
            </a:r>
            <a:r>
              <a:rPr lang="en-US"/>
              <a:t> pendiente</a:t>
            </a:r>
            <a:r>
              <a:rPr lang="en-US" baseline="0"/>
              <a:t> según número de horas</a:t>
            </a:r>
            <a:endParaRPr lang="en-US"/>
          </a:p>
        </c:rich>
      </c:tx>
      <c:overlay val="0"/>
      <c:spPr>
        <a:noFill/>
        <a:ln>
          <a:noFill/>
          <a:prstDash val="solid"/>
        </a:ln>
      </c:spPr>
    </c:title>
    <c:autoTitleDeleted val="0"/>
    <c:plotArea>
      <c:layout>
        <c:manualLayout>
          <c:layoutTarget val="inner"/>
          <c:xMode val="edge"/>
          <c:yMode val="edge"/>
          <c:x val="0.26784930889651681"/>
          <c:y val="0.15291022812832045"/>
          <c:w val="0.47398853929600454"/>
          <c:h val="0.65073876070450976"/>
        </c:manualLayout>
      </c:layout>
      <c:pieChart>
        <c:varyColors val="1"/>
        <c:ser>
          <c:idx val="0"/>
          <c:order val="0"/>
          <c:tx>
            <c:v>Trabajo segÃºn horas pendientes</c:v>
          </c:tx>
          <c:spPr>
            <a:ln>
              <a:prstDash val="solid"/>
            </a:ln>
          </c:spPr>
          <c:dPt>
            <c:idx val="0"/>
            <c:bubble3D val="0"/>
            <c:spPr>
              <a:solidFill>
                <a:schemeClr val="accent2"/>
              </a:solidFill>
              <a:ln w="19050">
                <a:solidFill>
                  <a:schemeClr val="lt1"/>
                </a:solidFill>
                <a:prstDash val="solid"/>
              </a:ln>
            </c:spPr>
            <c:extLst>
              <c:ext xmlns:c16="http://schemas.microsoft.com/office/drawing/2014/chart" uri="{C3380CC4-5D6E-409C-BE32-E72D297353CC}">
                <c16:uniqueId val="{00000001-820B-42CF-ADEA-4539E370D3E6}"/>
              </c:ext>
            </c:extLst>
          </c:dPt>
          <c:dPt>
            <c:idx val="1"/>
            <c:bubble3D val="0"/>
            <c:spPr>
              <a:solidFill>
                <a:schemeClr val="accent3"/>
              </a:solidFill>
              <a:ln w="19050">
                <a:solidFill>
                  <a:schemeClr val="lt1"/>
                </a:solidFill>
                <a:prstDash val="solid"/>
              </a:ln>
            </c:spPr>
            <c:extLst>
              <c:ext xmlns:c16="http://schemas.microsoft.com/office/drawing/2014/chart" uri="{C3380CC4-5D6E-409C-BE32-E72D297353CC}">
                <c16:uniqueId val="{00000003-820B-42CF-ADEA-4539E370D3E6}"/>
              </c:ext>
            </c:extLst>
          </c:dPt>
          <c:dPt>
            <c:idx val="2"/>
            <c:bubble3D val="0"/>
            <c:spPr>
              <a:solidFill>
                <a:schemeClr val="accent1"/>
              </a:solidFill>
              <a:ln w="19050">
                <a:solidFill>
                  <a:schemeClr val="lt1"/>
                </a:solidFill>
                <a:prstDash val="solid"/>
              </a:ln>
            </c:spPr>
            <c:extLst>
              <c:ext xmlns:c16="http://schemas.microsoft.com/office/drawing/2014/chart" uri="{C3380CC4-5D6E-409C-BE32-E72D297353CC}">
                <c16:uniqueId val="{00000005-820B-42CF-ADEA-4539E370D3E6}"/>
              </c:ext>
            </c:extLst>
          </c:dPt>
          <c:dLbls>
            <c:dLbl>
              <c:idx val="1"/>
              <c:numFmt formatCode="0" sourceLinked="0"/>
              <c:spPr>
                <a:solidFill>
                  <a:sysClr val="window" lastClr="FFFFFF"/>
                </a:solidFill>
                <a:ln>
                  <a:solidFill>
                    <a:sysClr val="windowText" lastClr="000000">
                      <a:lumOff val="75000"/>
                      <a:lumMod val="25000"/>
                    </a:sysClr>
                  </a:solidFill>
                  <a:prstDash val="solid"/>
                </a:ln>
              </c:spPr>
              <c:txPr>
                <a:bodyPr rot="0" spcFirstLastPara="1" vertOverflow="clip" horzOverflow="clip" vert="horz" wrap="square" lIns="38100" tIns="19050" rIns="38100" bIns="19050" anchor="ctr" anchorCtr="1">
                  <a:noAutofit/>
                </a:bodyPr>
                <a:lstStyle/>
                <a:p>
                  <a:pPr>
                    <a:defRPr sz="900" b="0" i="0" strike="noStrike" kern="1200" baseline="0">
                      <a:solidFill>
                        <a:schemeClr val="dk1">
                          <a:lumMod val="65000"/>
                          <a:lumOff val="35000"/>
                        </a:schemeClr>
                      </a:solidFill>
                      <a:latin typeface="+mn-lt"/>
                      <a:ea typeface="+mn-ea"/>
                      <a:cs typeface="+mn-cs"/>
                    </a:defRPr>
                  </a:pPr>
                  <a:endParaRPr lang="es-ES"/>
                </a:p>
              </c:txPr>
              <c:dLblPos val="outEnd"/>
              <c:showLegendKey val="0"/>
              <c:showVal val="1"/>
              <c:showCatName val="1"/>
              <c:showSerName val="0"/>
              <c:showPercent val="0"/>
              <c:showBubbleSize val="0"/>
              <c:extLst>
                <c:ext xmlns:c15="http://schemas.microsoft.com/office/drawing/2012/chart" uri="{CE6537A1-D6FC-4f65-9D91-7224C49458BB}">
                  <c15:layout>
                    <c:manualLayout>
                      <c:w val="0.2256410387830646"/>
                      <c:h val="0.12693068192213239"/>
                    </c:manualLayout>
                  </c15:layout>
                </c:ext>
                <c:ext xmlns:c16="http://schemas.microsoft.com/office/drawing/2014/chart" uri="{C3380CC4-5D6E-409C-BE32-E72D297353CC}">
                  <c16:uniqueId val="{00000003-820B-42CF-ADEA-4539E370D3E6}"/>
                </c:ext>
              </c:extLst>
            </c:dLbl>
            <c:numFmt formatCode="0" sourceLinked="0"/>
            <c:spPr>
              <a:solidFill>
                <a:sysClr val="window" lastClr="FFFFFF"/>
              </a:solidFill>
              <a:ln>
                <a:solidFill>
                  <a:sysClr val="windowText" lastClr="000000">
                    <a:lumOff val="75000"/>
                    <a:lumMod val="25000"/>
                  </a:sysClr>
                </a:solidFill>
                <a:prstDash val="solid"/>
              </a:ln>
            </c:spPr>
            <c:txPr>
              <a:bodyPr rot="0" spcFirstLastPara="1" vertOverflow="clip" horzOverflow="clip" vert="horz" wrap="square" lIns="38100" tIns="19050" rIns="38100" bIns="19050" anchor="ctr" anchorCtr="1">
                <a:spAutoFit/>
              </a:bodyPr>
              <a:lstStyle/>
              <a:p>
                <a:pPr>
                  <a:defRPr sz="900" b="0" i="0" strike="noStrike" kern="1200" baseline="0">
                    <a:solidFill>
                      <a:schemeClr val="dk1">
                        <a:lumMod val="65000"/>
                        <a:lumOff val="35000"/>
                      </a:schemeClr>
                    </a:solidFill>
                    <a:latin typeface="+mn-lt"/>
                    <a:ea typeface="+mn-ea"/>
                    <a:cs typeface="+mn-cs"/>
                  </a:defRPr>
                </a:pPr>
                <a:endParaRPr lang="es-ES"/>
              </a:p>
            </c:txPr>
            <c:dLblPos val="outEnd"/>
            <c:showLegendKey val="0"/>
            <c:showVal val="1"/>
            <c:showCatName val="1"/>
            <c:showSerName val="0"/>
            <c:showPercent val="0"/>
            <c:showBubbleSize val="0"/>
            <c:showLeaderLines val="0"/>
            <c:extLst>
              <c:ext xmlns:c15="http://schemas.microsoft.com/office/drawing/2012/chart" uri="{CE6537A1-D6FC-4f65-9D91-7224C49458BB}"/>
            </c:extLst>
          </c:dLbls>
          <c:cat>
            <c:strRef>
              <c:f>Tablas!$X$4:$Z$4</c:f>
              <c:strCache>
                <c:ptCount val="3"/>
                <c:pt idx="0">
                  <c:v>Horas pendientes proyectos &lt;= 100</c:v>
                </c:pt>
                <c:pt idx="1">
                  <c:v>Horas pendientes proyectos &gt; 100 y &lt; 400</c:v>
                </c:pt>
                <c:pt idx="2">
                  <c:v>Horas pendientes proyectos &gt;= 400</c:v>
                </c:pt>
              </c:strCache>
            </c:strRef>
          </c:cat>
          <c:val>
            <c:numRef>
              <c:f>Tablas!$X$23:$Z$23</c:f>
              <c:numCache>
                <c:formatCode>General</c:formatCode>
                <c:ptCount val="3"/>
                <c:pt idx="0">
                  <c:v>4121</c:v>
                </c:pt>
                <c:pt idx="1">
                  <c:v>7181</c:v>
                </c:pt>
                <c:pt idx="2">
                  <c:v>7823</c:v>
                </c:pt>
              </c:numCache>
            </c:numRef>
          </c:val>
          <c:extLst>
            <c:ext xmlns:c16="http://schemas.microsoft.com/office/drawing/2014/chart" uri="{C3380CC4-5D6E-409C-BE32-E72D297353CC}">
              <c16:uniqueId val="{00000006-820B-42CF-ADEA-4539E370D3E6}"/>
            </c:ext>
          </c:extLst>
        </c:ser>
        <c:dLbls>
          <c:dLblPos val="bestFit"/>
          <c:showLegendKey val="0"/>
          <c:showVal val="1"/>
          <c:showCatName val="0"/>
          <c:showSerName val="0"/>
          <c:showPercent val="0"/>
          <c:showBubbleSize val="0"/>
          <c:showLeaderLines val="0"/>
        </c:dLbls>
        <c:firstSliceAng val="0"/>
      </c:pieChart>
    </c:plotArea>
    <c:plotVisOnly val="1"/>
    <c:dispBlanksAs val="gap"/>
    <c:showDLblsOverMax val="1"/>
  </c:chart>
  <c:spPr>
    <a:solidFill>
      <a:schemeClr val="bg1"/>
    </a:solidFill>
    <a:ln w="9525" cap="flat" cmpd="sng" algn="ctr">
      <a:noFill/>
      <a:prstDash val="solid"/>
      <a:round/>
    </a:ln>
  </c:spPr>
  <c:externalData r:id="rId2">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strike="noStrike" kern="1200" spc="0" baseline="0">
                <a:solidFill>
                  <a:schemeClr val="tx1">
                    <a:lumMod val="65000"/>
                    <a:lumOff val="35000"/>
                  </a:schemeClr>
                </a:solidFill>
                <a:latin typeface="+mn-lt"/>
                <a:ea typeface="+mn-ea"/>
                <a:cs typeface="+mn-cs"/>
              </a:defRPr>
            </a:pPr>
            <a:r>
              <a:rPr lang="es-ES"/>
              <a:t>Carga de trabajo por tipo de proyecto (h)</a:t>
            </a:r>
          </a:p>
        </c:rich>
      </c:tx>
      <c:overlay val="0"/>
      <c:spPr>
        <a:noFill/>
        <a:ln>
          <a:noFill/>
          <a:prstDash val="solid"/>
        </a:ln>
      </c:spPr>
    </c:title>
    <c:autoTitleDeleted val="0"/>
    <c:plotArea>
      <c:layout>
        <c:manualLayout>
          <c:layoutTarget val="inner"/>
          <c:xMode val="edge"/>
          <c:yMode val="edge"/>
          <c:x val="5.5813697225540602E-2"/>
          <c:y val="0.1166352201257862"/>
          <c:w val="0.88481082637058994"/>
          <c:h val="0.810414252463725"/>
        </c:manualLayout>
      </c:layout>
      <c:barChart>
        <c:barDir val="col"/>
        <c:grouping val="clustered"/>
        <c:varyColors val="0"/>
        <c:ser>
          <c:idx val="0"/>
          <c:order val="0"/>
          <c:tx>
            <c:v>Total</c:v>
          </c:tx>
          <c:spPr>
            <a:solidFill>
              <a:schemeClr val="accent1"/>
            </a:solidFill>
            <a:ln>
              <a:noFill/>
              <a:prstDash val="solid"/>
            </a:ln>
          </c:spPr>
          <c:invertIfNegative val="0"/>
          <c:dLbls>
            <c:numFmt formatCode="0" sourceLinked="0"/>
            <c:spPr>
              <a:noFill/>
              <a:ln>
                <a:noFill/>
                <a:prstDash val="solid"/>
              </a:ln>
            </c:spPr>
            <c:txPr>
              <a:bodyPr rot="0" spcFirstLastPara="1" vertOverflow="ellipsis" vert="horz" wrap="square" lIns="38100" tIns="19050" rIns="38100" bIns="19050" anchor="ctr" anchorCtr="1">
                <a:spAutoFit/>
              </a:bodyPr>
              <a:lstStyle/>
              <a:p>
                <a:pPr>
                  <a:defRPr sz="900" b="0" i="0" strike="noStrike" kern="1200" baseline="0">
                    <a:solidFill>
                      <a:schemeClr val="tx1">
                        <a:lumMod val="75000"/>
                        <a:lumOff val="25000"/>
                      </a:schemeClr>
                    </a:solidFill>
                    <a:latin typeface="+mn-lt"/>
                    <a:ea typeface="+mn-ea"/>
                    <a:cs typeface="+mn-cs"/>
                  </a:defRPr>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4"/>
              <c:pt idx="0">
                <c:v>&lt;=100</c:v>
              </c:pt>
              <c:pt idx="1">
                <c:v>100-400</c:v>
              </c:pt>
              <c:pt idx="2">
                <c:v>&gt;=400</c:v>
              </c:pt>
              <c:pt idx="3">
                <c:v>General</c:v>
              </c:pt>
            </c:strLit>
          </c:cat>
          <c:val>
            <c:numLit>
              <c:formatCode>General</c:formatCode>
              <c:ptCount val="4"/>
              <c:pt idx="0">
                <c:v>5198</c:v>
              </c:pt>
              <c:pt idx="1">
                <c:v>9663</c:v>
              </c:pt>
              <c:pt idx="2">
                <c:v>17678</c:v>
              </c:pt>
              <c:pt idx="3">
                <c:v>32539</c:v>
              </c:pt>
            </c:numLit>
          </c:val>
          <c:extLst>
            <c:ext xmlns:c16="http://schemas.microsoft.com/office/drawing/2014/chart" uri="{C3380CC4-5D6E-409C-BE32-E72D297353CC}">
              <c16:uniqueId val="{00000000-E85D-44FB-A47B-8C2C44D7D010}"/>
            </c:ext>
          </c:extLst>
        </c:ser>
        <c:ser>
          <c:idx val="1"/>
          <c:order val="1"/>
          <c:tx>
            <c:v>Pendiente</c:v>
          </c:tx>
          <c:spPr>
            <a:solidFill>
              <a:schemeClr val="accent2"/>
            </a:solidFill>
            <a:ln>
              <a:noFill/>
              <a:prstDash val="solid"/>
            </a:ln>
          </c:spPr>
          <c:invertIfNegative val="0"/>
          <c:dLbls>
            <c:numFmt formatCode="0" sourceLinked="0"/>
            <c:spPr>
              <a:noFill/>
              <a:ln>
                <a:noFill/>
                <a:prstDash val="solid"/>
              </a:ln>
            </c:spPr>
            <c:txPr>
              <a:bodyPr rot="0" spcFirstLastPara="1" vertOverflow="ellipsis" vert="horz" wrap="square" lIns="38100" tIns="19050" rIns="38100" bIns="19050" anchor="ctr" anchorCtr="1">
                <a:spAutoFit/>
              </a:bodyPr>
              <a:lstStyle/>
              <a:p>
                <a:pPr>
                  <a:defRPr sz="900" b="0" i="0" strike="noStrike" kern="1200" baseline="0">
                    <a:solidFill>
                      <a:schemeClr val="tx1">
                        <a:lumMod val="75000"/>
                        <a:lumOff val="25000"/>
                      </a:schemeClr>
                    </a:solidFill>
                    <a:latin typeface="+mn-lt"/>
                    <a:ea typeface="+mn-ea"/>
                    <a:cs typeface="+mn-cs"/>
                  </a:defRPr>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4"/>
              <c:pt idx="0">
                <c:v>&lt;=100</c:v>
              </c:pt>
              <c:pt idx="1">
                <c:v>100-400</c:v>
              </c:pt>
              <c:pt idx="2">
                <c:v>&gt;=400</c:v>
              </c:pt>
              <c:pt idx="3">
                <c:v>General</c:v>
              </c:pt>
            </c:strLit>
          </c:cat>
          <c:val>
            <c:numLit>
              <c:formatCode>General</c:formatCode>
              <c:ptCount val="4"/>
              <c:pt idx="0">
                <c:v>4121</c:v>
              </c:pt>
              <c:pt idx="1">
                <c:v>7181</c:v>
              </c:pt>
              <c:pt idx="2">
                <c:v>7823</c:v>
              </c:pt>
              <c:pt idx="3">
                <c:v>19125</c:v>
              </c:pt>
            </c:numLit>
          </c:val>
          <c:extLst>
            <c:ext xmlns:c16="http://schemas.microsoft.com/office/drawing/2014/chart" uri="{C3380CC4-5D6E-409C-BE32-E72D297353CC}">
              <c16:uniqueId val="{00000001-E85D-44FB-A47B-8C2C44D7D010}"/>
            </c:ext>
          </c:extLst>
        </c:ser>
        <c:ser>
          <c:idx val="2"/>
          <c:order val="2"/>
          <c:tx>
            <c:v>Ejecutable</c:v>
          </c:tx>
          <c:spPr>
            <a:solidFill>
              <a:schemeClr val="accent3"/>
            </a:solidFill>
            <a:ln>
              <a:noFill/>
              <a:prstDash val="solid"/>
            </a:ln>
          </c:spPr>
          <c:invertIfNegative val="0"/>
          <c:dLbls>
            <c:numFmt formatCode="0" sourceLinked="0"/>
            <c:spPr>
              <a:noFill/>
              <a:ln>
                <a:noFill/>
                <a:prstDash val="solid"/>
              </a:ln>
            </c:spPr>
            <c:txPr>
              <a:bodyPr rot="0" spcFirstLastPara="1" vertOverflow="ellipsis" vert="horz" wrap="square" lIns="38100" tIns="19050" rIns="38100" bIns="19050" anchor="ctr" anchorCtr="1">
                <a:spAutoFit/>
              </a:bodyPr>
              <a:lstStyle/>
              <a:p>
                <a:pPr>
                  <a:defRPr sz="900" b="0" i="0" strike="noStrike" kern="1200" baseline="0">
                    <a:solidFill>
                      <a:schemeClr val="tx1">
                        <a:lumMod val="75000"/>
                        <a:lumOff val="25000"/>
                      </a:schemeClr>
                    </a:solidFill>
                    <a:latin typeface="+mn-lt"/>
                    <a:ea typeface="+mn-ea"/>
                    <a:cs typeface="+mn-cs"/>
                  </a:defRPr>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4"/>
              <c:pt idx="0">
                <c:v>&lt;=100</c:v>
              </c:pt>
              <c:pt idx="1">
                <c:v>100-400</c:v>
              </c:pt>
              <c:pt idx="2">
                <c:v>&gt;=400</c:v>
              </c:pt>
              <c:pt idx="3">
                <c:v>General</c:v>
              </c:pt>
            </c:strLit>
          </c:cat>
          <c:val>
            <c:numLit>
              <c:formatCode>General</c:formatCode>
              <c:ptCount val="4"/>
              <c:pt idx="0">
                <c:v>2862</c:v>
              </c:pt>
              <c:pt idx="1">
                <c:v>6146</c:v>
              </c:pt>
              <c:pt idx="2">
                <c:v>1828</c:v>
              </c:pt>
              <c:pt idx="3">
                <c:v>10836</c:v>
              </c:pt>
            </c:numLit>
          </c:val>
          <c:extLst>
            <c:ext xmlns:c16="http://schemas.microsoft.com/office/drawing/2014/chart" uri="{C3380CC4-5D6E-409C-BE32-E72D297353CC}">
              <c16:uniqueId val="{00000002-E85D-44FB-A47B-8C2C44D7D010}"/>
            </c:ext>
          </c:extLst>
        </c:ser>
        <c:dLbls>
          <c:dLblPos val="outEnd"/>
          <c:showLegendKey val="0"/>
          <c:showVal val="1"/>
          <c:showCatName val="0"/>
          <c:showSerName val="0"/>
          <c:showPercent val="0"/>
          <c:showBubbleSize val="0"/>
        </c:dLbls>
        <c:gapWidth val="219"/>
        <c:overlap val="-27"/>
        <c:axId val="74576159"/>
        <c:axId val="74557919"/>
      </c:barChart>
      <c:catAx>
        <c:axId val="7457615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prstDash val="solid"/>
            <a:round/>
          </a:ln>
        </c:spPr>
        <c:txPr>
          <a:bodyPr rot="-60000000" spcFirstLastPara="1" vertOverflow="ellipsis" vert="horz" wrap="square" anchor="ctr" anchorCtr="1"/>
          <a:lstStyle/>
          <a:p>
            <a:pPr>
              <a:defRPr sz="900" b="0" i="0" strike="noStrike" kern="1200" baseline="0">
                <a:solidFill>
                  <a:schemeClr val="tx1">
                    <a:lumMod val="65000"/>
                    <a:lumOff val="35000"/>
                  </a:schemeClr>
                </a:solidFill>
                <a:latin typeface="+mn-lt"/>
                <a:ea typeface="+mn-ea"/>
                <a:cs typeface="+mn-cs"/>
              </a:defRPr>
            </a:pPr>
            <a:endParaRPr lang="es-ES"/>
          </a:p>
        </c:txPr>
        <c:crossAx val="74557919"/>
        <c:crosses val="autoZero"/>
        <c:auto val="1"/>
        <c:lblAlgn val="ctr"/>
        <c:lblOffset val="100"/>
        <c:noMultiLvlLbl val="0"/>
      </c:catAx>
      <c:valAx>
        <c:axId val="74557919"/>
        <c:scaling>
          <c:orientation val="minMax"/>
        </c:scaling>
        <c:delete val="0"/>
        <c:axPos val="l"/>
        <c:majorGridlines>
          <c:spPr>
            <a:ln w="9525" cap="flat" cmpd="sng" algn="ctr">
              <a:solidFill>
                <a:schemeClr val="tx1">
                  <a:lumMod val="15000"/>
                  <a:lumOff val="85000"/>
                </a:schemeClr>
              </a:solidFill>
              <a:prstDash val="solid"/>
              <a:round/>
            </a:ln>
          </c:spPr>
        </c:majorGridlines>
        <c:numFmt formatCode="0" sourceLinked="0"/>
        <c:majorTickMark val="none"/>
        <c:minorTickMark val="none"/>
        <c:tickLblPos val="nextTo"/>
        <c:spPr>
          <a:noFill/>
          <a:ln>
            <a:noFill/>
            <a:prstDash val="solid"/>
          </a:ln>
        </c:spPr>
        <c:txPr>
          <a:bodyPr rot="-60000000" spcFirstLastPara="1" vertOverflow="ellipsis" vert="horz" wrap="square" anchor="ctr" anchorCtr="1"/>
          <a:lstStyle/>
          <a:p>
            <a:pPr>
              <a:defRPr sz="900" b="0" i="0" strike="noStrike" kern="1200" baseline="0">
                <a:solidFill>
                  <a:schemeClr val="tx1">
                    <a:lumMod val="65000"/>
                    <a:lumOff val="35000"/>
                  </a:schemeClr>
                </a:solidFill>
                <a:latin typeface="+mn-lt"/>
                <a:ea typeface="+mn-ea"/>
                <a:cs typeface="+mn-cs"/>
              </a:defRPr>
            </a:pPr>
            <a:endParaRPr lang="es-ES"/>
          </a:p>
        </c:txPr>
        <c:crossAx val="74576159"/>
        <c:crosses val="autoZero"/>
        <c:crossBetween val="between"/>
      </c:valAx>
    </c:plotArea>
    <c:legend>
      <c:legendPos val="r"/>
      <c:layout>
        <c:manualLayout>
          <c:xMode val="edge"/>
          <c:yMode val="edge"/>
          <c:x val="0.75235088164919739"/>
          <c:y val="2.7460010894864571E-2"/>
          <c:w val="0.20465749932355029"/>
          <c:h val="6.8004258901599571E-2"/>
        </c:manualLayout>
      </c:layout>
      <c:overlay val="0"/>
      <c:spPr>
        <a:noFill/>
        <a:ln>
          <a:noFill/>
          <a:prstDash val="solid"/>
        </a:ln>
      </c:spPr>
      <c:txPr>
        <a:bodyPr rot="0" spcFirstLastPara="1" vertOverflow="ellipsis" vert="horz" wrap="square" anchor="ctr" anchorCtr="1"/>
        <a:lstStyle/>
        <a:p>
          <a:pPr>
            <a:defRPr sz="900" b="0" i="0" strike="noStrike" kern="1200" baseline="0">
              <a:solidFill>
                <a:schemeClr val="tx1">
                  <a:lumMod val="65000"/>
                  <a:lumOff val="35000"/>
                </a:schemeClr>
              </a:solidFill>
              <a:latin typeface="+mn-lt"/>
              <a:ea typeface="+mn-ea"/>
              <a:cs typeface="+mn-cs"/>
            </a:defRPr>
          </a:pPr>
          <a:endParaRPr lang="es-ES"/>
        </a:p>
      </c:txPr>
    </c:legend>
    <c:plotVisOnly val="1"/>
    <c:dispBlanksAs val="gap"/>
    <c:showDLblsOverMax val="1"/>
  </c:chart>
  <c:spPr>
    <a:solidFill>
      <a:schemeClr val="bg1"/>
    </a:solidFill>
    <a:ln w="9525" cap="flat" cmpd="sng" algn="ctr">
      <a:noFill/>
      <a:prstDash val="solid"/>
      <a:round/>
    </a:ln>
  </c:spPr>
  <c:externalData r:id="rId2">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2400" b="0" i="0" strike="noStrike" kern="1200" spc="0" baseline="0">
                <a:solidFill>
                  <a:schemeClr val="tx1">
                    <a:lumMod val="65000"/>
                    <a:lumOff val="35000"/>
                  </a:schemeClr>
                </a:solidFill>
                <a:latin typeface="+mn-lt"/>
                <a:ea typeface="+mn-ea"/>
                <a:cs typeface="+mn-cs"/>
              </a:defRPr>
            </a:pPr>
            <a:r>
              <a:rPr lang="es-ES" sz="2400"/>
              <a:t>Avance </a:t>
            </a:r>
            <a:r>
              <a:rPr lang="es-ES" sz="2400" baseline="0"/>
              <a:t>VS Facturación (€)</a:t>
            </a:r>
            <a:endParaRPr lang="es-ES" sz="2400"/>
          </a:p>
        </c:rich>
      </c:tx>
      <c:layout>
        <c:manualLayout>
          <c:xMode val="edge"/>
          <c:yMode val="edge"/>
          <c:x val="6.9701026085419795E-2"/>
          <c:y val="5.1893714503355018E-2"/>
        </c:manualLayout>
      </c:layout>
      <c:overlay val="0"/>
      <c:spPr>
        <a:noFill/>
        <a:ln>
          <a:noFill/>
          <a:prstDash val="solid"/>
        </a:ln>
      </c:spPr>
    </c:title>
    <c:autoTitleDeleted val="0"/>
    <c:plotArea>
      <c:layout>
        <c:manualLayout>
          <c:layoutTarget val="inner"/>
          <c:xMode val="edge"/>
          <c:yMode val="edge"/>
          <c:x val="5.3156329590548612E-2"/>
          <c:y val="0.2007106874095366"/>
          <c:w val="0.91101927402439298"/>
          <c:h val="0.73942429659381681"/>
        </c:manualLayout>
      </c:layout>
      <c:barChart>
        <c:barDir val="col"/>
        <c:grouping val="clustered"/>
        <c:varyColors val="0"/>
        <c:ser>
          <c:idx val="0"/>
          <c:order val="0"/>
          <c:tx>
            <c:v>Avance</c:v>
          </c:tx>
          <c:spPr>
            <a:solidFill>
              <a:schemeClr val="bg1">
                <a:lumMod val="85000"/>
              </a:schemeClr>
            </a:solidFill>
            <a:ln>
              <a:prstDash val="solid"/>
            </a:ln>
          </c:spPr>
          <c:invertIfNegative val="0"/>
          <c:dLbls>
            <c:delete val="1"/>
          </c:dLbls>
          <c:cat>
            <c:strRef>
              <c:f>Tablas!$CK$4:$CN$4</c:f>
              <c:strCache>
                <c:ptCount val="4"/>
                <c:pt idx="0">
                  <c:v>Total</c:v>
                </c:pt>
                <c:pt idx="1">
                  <c:v>&lt;=100</c:v>
                </c:pt>
                <c:pt idx="2">
                  <c:v>100-400</c:v>
                </c:pt>
                <c:pt idx="3">
                  <c:v>&gt;=400</c:v>
                </c:pt>
              </c:strCache>
            </c:strRef>
          </c:cat>
          <c:val>
            <c:numRef>
              <c:f>Tablas!$CK$5:$CN$5</c:f>
              <c:numCache>
                <c:formatCode>General</c:formatCode>
                <c:ptCount val="4"/>
                <c:pt idx="0">
                  <c:v>1629830.6877749998</c:v>
                </c:pt>
                <c:pt idx="1">
                  <c:v>317101.13497500005</c:v>
                </c:pt>
                <c:pt idx="2">
                  <c:v>565330.09045000002</c:v>
                </c:pt>
                <c:pt idx="3">
                  <c:v>747399.46234999993</c:v>
                </c:pt>
              </c:numCache>
            </c:numRef>
          </c:val>
          <c:extLst>
            <c:ext xmlns:c16="http://schemas.microsoft.com/office/drawing/2014/chart" uri="{C3380CC4-5D6E-409C-BE32-E72D297353CC}">
              <c16:uniqueId val="{00000000-E1A0-4244-A423-E71E7D366D88}"/>
            </c:ext>
          </c:extLst>
        </c:ser>
        <c:ser>
          <c:idx val="1"/>
          <c:order val="1"/>
          <c:tx>
            <c:v>Facturación</c:v>
          </c:tx>
          <c:spPr>
            <a:solidFill>
              <a:schemeClr val="bg1">
                <a:lumMod val="65000"/>
              </a:schemeClr>
            </a:solidFill>
            <a:ln>
              <a:prstDash val="solid"/>
            </a:ln>
          </c:spPr>
          <c:invertIfNegative val="0"/>
          <c:dLbls>
            <c:delete val="1"/>
          </c:dLbls>
          <c:cat>
            <c:strRef>
              <c:f>Tablas!$CK$4:$CN$4</c:f>
              <c:strCache>
                <c:ptCount val="4"/>
                <c:pt idx="0">
                  <c:v>Total</c:v>
                </c:pt>
                <c:pt idx="1">
                  <c:v>&lt;=100</c:v>
                </c:pt>
                <c:pt idx="2">
                  <c:v>100-400</c:v>
                </c:pt>
                <c:pt idx="3">
                  <c:v>&gt;=400</c:v>
                </c:pt>
              </c:strCache>
            </c:strRef>
          </c:cat>
          <c:val>
            <c:numRef>
              <c:f>Tablas!$CK$6:$CN$6</c:f>
              <c:numCache>
                <c:formatCode>General</c:formatCode>
                <c:ptCount val="4"/>
                <c:pt idx="0">
                  <c:v>1720060.3499999996</c:v>
                </c:pt>
                <c:pt idx="1">
                  <c:v>540946.2300000001</c:v>
                </c:pt>
                <c:pt idx="2">
                  <c:v>510234.07</c:v>
                </c:pt>
                <c:pt idx="3">
                  <c:v>668880.05000000005</c:v>
                </c:pt>
              </c:numCache>
            </c:numRef>
          </c:val>
          <c:extLst>
            <c:ext xmlns:c16="http://schemas.microsoft.com/office/drawing/2014/chart" uri="{C3380CC4-5D6E-409C-BE32-E72D297353CC}">
              <c16:uniqueId val="{00000001-E1A0-4244-A423-E71E7D366D88}"/>
            </c:ext>
          </c:extLst>
        </c:ser>
        <c:ser>
          <c:idx val="2"/>
          <c:order val="2"/>
          <c:tx>
            <c:v>Facturación &lt; Avance</c:v>
          </c:tx>
          <c:spPr>
            <a:solidFill>
              <a:srgbClr val="FF0000"/>
            </a:solidFill>
            <a:ln>
              <a:prstDash val="solid"/>
            </a:ln>
          </c:spPr>
          <c:invertIfNegative val="0"/>
          <c:dLbls>
            <c:dLbl>
              <c:idx val="1"/>
              <c:layout>
                <c:manualLayout>
                  <c:x val="8.0904080806613685E-3"/>
                  <c:y val="-2.096587670651141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E1A0-4244-A423-E71E7D366D88}"/>
                </c:ext>
              </c:extLst>
            </c:dLbl>
            <c:dLbl>
              <c:idx val="2"/>
              <c:layout>
                <c:manualLayout>
                  <c:x val="3.5395535352893415E-2"/>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E1A0-4244-A423-E71E7D366D88}"/>
                </c:ext>
              </c:extLst>
            </c:dLbl>
            <c:dLbl>
              <c:idx val="3"/>
              <c:layout>
                <c:manualLayout>
                  <c:x val="2.022602020165342E-2"/>
                  <c:y val="-2.096917893941525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E1A0-4244-A423-E71E7D366D88}"/>
                </c:ext>
              </c:extLst>
            </c:dLbl>
            <c:numFmt formatCode="0" sourceLinked="0"/>
            <c:spPr>
              <a:noFill/>
              <a:ln>
                <a:noFill/>
                <a:prstDash val="solid"/>
              </a:ln>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Tablas!$CK$4:$CN$4</c:f>
              <c:strCache>
                <c:ptCount val="4"/>
                <c:pt idx="0">
                  <c:v>Total</c:v>
                </c:pt>
                <c:pt idx="1">
                  <c:v>&lt;=100</c:v>
                </c:pt>
                <c:pt idx="2">
                  <c:v>100-400</c:v>
                </c:pt>
                <c:pt idx="3">
                  <c:v>&gt;=400</c:v>
                </c:pt>
              </c:strCache>
            </c:strRef>
          </c:cat>
          <c:val>
            <c:numRef>
              <c:f>Tablas!$CK$7:$CN$7</c:f>
              <c:numCache>
                <c:formatCode>General</c:formatCode>
                <c:ptCount val="4"/>
                <c:pt idx="0">
                  <c:v>0</c:v>
                </c:pt>
                <c:pt idx="1">
                  <c:v>0</c:v>
                </c:pt>
                <c:pt idx="2">
                  <c:v>-55096.020450000011</c:v>
                </c:pt>
                <c:pt idx="3">
                  <c:v>-78519.412349999882</c:v>
                </c:pt>
              </c:numCache>
            </c:numRef>
          </c:val>
          <c:extLst>
            <c:ext xmlns:c16="http://schemas.microsoft.com/office/drawing/2014/chart" uri="{C3380CC4-5D6E-409C-BE32-E72D297353CC}">
              <c16:uniqueId val="{00000005-E1A0-4244-A423-E71E7D366D88}"/>
            </c:ext>
          </c:extLst>
        </c:ser>
        <c:ser>
          <c:idx val="3"/>
          <c:order val="3"/>
          <c:tx>
            <c:v>Avance &lt; Facturación</c:v>
          </c:tx>
          <c:spPr>
            <a:solidFill>
              <a:srgbClr val="00B050"/>
            </a:solidFill>
            <a:ln>
              <a:prstDash val="solid"/>
            </a:ln>
          </c:spPr>
          <c:invertIfNegative val="0"/>
          <c:dLbls>
            <c:numFmt formatCode="0" sourceLinked="0"/>
            <c:spPr>
              <a:noFill/>
              <a:ln>
                <a:noFill/>
                <a:prstDash val="solid"/>
              </a:ln>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Tablas!$CK$4:$CN$4</c:f>
              <c:strCache>
                <c:ptCount val="4"/>
                <c:pt idx="0">
                  <c:v>Total</c:v>
                </c:pt>
                <c:pt idx="1">
                  <c:v>&lt;=100</c:v>
                </c:pt>
                <c:pt idx="2">
                  <c:v>100-400</c:v>
                </c:pt>
                <c:pt idx="3">
                  <c:v>&gt;=400</c:v>
                </c:pt>
              </c:strCache>
            </c:strRef>
          </c:cat>
          <c:val>
            <c:numRef>
              <c:f>Tablas!$CK$8:$CN$8</c:f>
              <c:numCache>
                <c:formatCode>General</c:formatCode>
                <c:ptCount val="4"/>
                <c:pt idx="0">
                  <c:v>90229.662224999862</c:v>
                </c:pt>
                <c:pt idx="1">
                  <c:v>223845.09502500005</c:v>
                </c:pt>
                <c:pt idx="2">
                  <c:v>0</c:v>
                </c:pt>
                <c:pt idx="3">
                  <c:v>0</c:v>
                </c:pt>
              </c:numCache>
            </c:numRef>
          </c:val>
          <c:extLst>
            <c:ext xmlns:c16="http://schemas.microsoft.com/office/drawing/2014/chart" uri="{C3380CC4-5D6E-409C-BE32-E72D297353CC}">
              <c16:uniqueId val="{00000006-E1A0-4244-A423-E71E7D366D88}"/>
            </c:ext>
          </c:extLst>
        </c:ser>
        <c:dLbls>
          <c:dLblPos val="outEnd"/>
          <c:showLegendKey val="0"/>
          <c:showVal val="1"/>
          <c:showCatName val="0"/>
          <c:showSerName val="0"/>
          <c:showPercent val="0"/>
          <c:showBubbleSize val="0"/>
        </c:dLbls>
        <c:gapWidth val="219"/>
        <c:overlap val="-27"/>
        <c:axId val="1358394223"/>
        <c:axId val="1358386063"/>
      </c:barChart>
      <c:catAx>
        <c:axId val="135839422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prstDash val="solid"/>
            <a:round/>
          </a:ln>
        </c:spPr>
        <c:txPr>
          <a:bodyPr rot="-60000000" spcFirstLastPara="1" vertOverflow="ellipsis" vert="horz" wrap="square" anchor="b" anchorCtr="0"/>
          <a:lstStyle/>
          <a:p>
            <a:pPr>
              <a:defRPr sz="1050" b="1" i="0" strike="noStrike" kern="1200" baseline="0">
                <a:solidFill>
                  <a:schemeClr val="tx1">
                    <a:lumMod val="65000"/>
                    <a:lumOff val="35000"/>
                  </a:schemeClr>
                </a:solidFill>
                <a:latin typeface="+mn-lt"/>
                <a:ea typeface="+mn-ea"/>
                <a:cs typeface="+mn-cs"/>
              </a:defRPr>
            </a:pPr>
            <a:endParaRPr lang="es-ES"/>
          </a:p>
        </c:txPr>
        <c:crossAx val="1358386063"/>
        <c:crossesAt val="0"/>
        <c:auto val="1"/>
        <c:lblAlgn val="ctr"/>
        <c:lblOffset val="100"/>
        <c:noMultiLvlLbl val="0"/>
      </c:catAx>
      <c:valAx>
        <c:axId val="1358386063"/>
        <c:scaling>
          <c:orientation val="minMax"/>
        </c:scaling>
        <c:delete val="0"/>
        <c:axPos val="l"/>
        <c:majorGridlines>
          <c:spPr>
            <a:ln w="9525" cap="flat" cmpd="sng" algn="ctr">
              <a:solidFill>
                <a:schemeClr val="tx1">
                  <a:lumMod val="15000"/>
                  <a:lumOff val="85000"/>
                </a:schemeClr>
              </a:solidFill>
              <a:prstDash val="solid"/>
              <a:round/>
            </a:ln>
          </c:spPr>
        </c:majorGridlines>
        <c:numFmt formatCode="0" sourceLinked="0"/>
        <c:majorTickMark val="none"/>
        <c:minorTickMark val="none"/>
        <c:tickLblPos val="nextTo"/>
        <c:spPr>
          <a:noFill/>
          <a:ln>
            <a:noFill/>
            <a:prstDash val="solid"/>
          </a:ln>
        </c:spPr>
        <c:txPr>
          <a:bodyPr rot="-60000000" spcFirstLastPara="1" vertOverflow="ellipsis" vert="horz" wrap="square" anchor="ctr" anchorCtr="1"/>
          <a:lstStyle/>
          <a:p>
            <a:pPr>
              <a:defRPr sz="900" b="0" i="0" strike="noStrike" kern="1200" baseline="0">
                <a:solidFill>
                  <a:schemeClr val="tx1">
                    <a:lumMod val="65000"/>
                    <a:lumOff val="35000"/>
                  </a:schemeClr>
                </a:solidFill>
                <a:latin typeface="+mn-lt"/>
                <a:ea typeface="+mn-ea"/>
                <a:cs typeface="+mn-cs"/>
              </a:defRPr>
            </a:pPr>
            <a:endParaRPr lang="es-ES"/>
          </a:p>
        </c:txPr>
        <c:crossAx val="1358394223"/>
        <c:crosses val="autoZero"/>
        <c:crossBetween val="between"/>
      </c:valAx>
    </c:plotArea>
    <c:legend>
      <c:legendPos val="r"/>
      <c:layout>
        <c:manualLayout>
          <c:xMode val="edge"/>
          <c:yMode val="edge"/>
          <c:x val="0.66134517738018173"/>
          <c:y val="3.3359095521481662E-2"/>
          <c:w val="0.2669111003889762"/>
          <c:h val="0.1074057531452963"/>
        </c:manualLayout>
      </c:layout>
      <c:overlay val="0"/>
      <c:txPr>
        <a:bodyPr/>
        <a:lstStyle/>
        <a:p>
          <a:pPr>
            <a:defRPr sz="1200"/>
          </a:pPr>
          <a:endParaRPr lang="es-ES"/>
        </a:p>
      </c:txPr>
    </c:legend>
    <c:plotVisOnly val="1"/>
    <c:dispBlanksAs val="gap"/>
    <c:showDLblsOverMax val="1"/>
  </c:chart>
  <c:externalData r:id="rId2">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400" b="0" i="0" strike="noStrike" kern="1200" spc="0" baseline="0">
                <a:solidFill>
                  <a:schemeClr val="tx1">
                    <a:lumMod val="65000"/>
                    <a:lumOff val="35000"/>
                  </a:schemeClr>
                </a:solidFill>
                <a:latin typeface="+mn-lt"/>
                <a:ea typeface="+mn-ea"/>
                <a:cs typeface="+mn-cs"/>
              </a:defRPr>
            </a:pPr>
            <a:r>
              <a:rPr lang="es-ES" sz="2400"/>
              <a:t>Horas invertidas </a:t>
            </a:r>
            <a:r>
              <a:rPr lang="es-ES" sz="2400" baseline="0"/>
              <a:t>VS Facturación (€)</a:t>
            </a:r>
            <a:endParaRPr lang="es-ES" sz="2400"/>
          </a:p>
        </c:rich>
      </c:tx>
      <c:layout>
        <c:manualLayout>
          <c:xMode val="edge"/>
          <c:yMode val="edge"/>
          <c:x val="6.9701026085419795E-2"/>
          <c:y val="5.1893714503355018E-2"/>
        </c:manualLayout>
      </c:layout>
      <c:overlay val="0"/>
      <c:spPr>
        <a:noFill/>
        <a:ln>
          <a:noFill/>
          <a:prstDash val="solid"/>
        </a:ln>
      </c:spPr>
    </c:title>
    <c:autoTitleDeleted val="0"/>
    <c:plotArea>
      <c:layout>
        <c:manualLayout>
          <c:layoutTarget val="inner"/>
          <c:xMode val="edge"/>
          <c:yMode val="edge"/>
          <c:x val="5.3156329590548612E-2"/>
          <c:y val="0.2007106874095366"/>
          <c:w val="0.91101927402439298"/>
          <c:h val="0.73942429659381681"/>
        </c:manualLayout>
      </c:layout>
      <c:barChart>
        <c:barDir val="col"/>
        <c:grouping val="clustered"/>
        <c:varyColors val="0"/>
        <c:ser>
          <c:idx val="0"/>
          <c:order val="0"/>
          <c:tx>
            <c:v>Horas invertidas</c:v>
          </c:tx>
          <c:spPr>
            <a:solidFill>
              <a:schemeClr val="accent3">
                <a:lumMod val="20000"/>
                <a:lumOff val="80000"/>
              </a:schemeClr>
            </a:solidFill>
            <a:ln>
              <a:prstDash val="solid"/>
            </a:ln>
          </c:spPr>
          <c:invertIfNegative val="0"/>
          <c:dLbls>
            <c:delete val="1"/>
          </c:dLbls>
          <c:cat>
            <c:strRef>
              <c:f>Tablas!$CE$4:$CH$4</c:f>
              <c:strCache>
                <c:ptCount val="4"/>
                <c:pt idx="0">
                  <c:v>Total</c:v>
                </c:pt>
                <c:pt idx="1">
                  <c:v>&lt;=100</c:v>
                </c:pt>
                <c:pt idx="2">
                  <c:v>100-400</c:v>
                </c:pt>
                <c:pt idx="3">
                  <c:v>&gt;=400</c:v>
                </c:pt>
              </c:strCache>
            </c:strRef>
          </c:cat>
          <c:val>
            <c:numRef>
              <c:f>Tablas!$CE$5:$CH$5</c:f>
              <c:numCache>
                <c:formatCode>General</c:formatCode>
                <c:ptCount val="4"/>
                <c:pt idx="0">
                  <c:v>4513394.7258463185</c:v>
                </c:pt>
                <c:pt idx="1">
                  <c:v>770175.46834683896</c:v>
                </c:pt>
                <c:pt idx="2">
                  <c:v>1382385.3611758766</c:v>
                </c:pt>
                <c:pt idx="3">
                  <c:v>2360833.8963236031</c:v>
                </c:pt>
              </c:numCache>
            </c:numRef>
          </c:val>
          <c:extLst>
            <c:ext xmlns:c16="http://schemas.microsoft.com/office/drawing/2014/chart" uri="{C3380CC4-5D6E-409C-BE32-E72D297353CC}">
              <c16:uniqueId val="{00000000-58BB-4333-869A-3E4A4FC96ACB}"/>
            </c:ext>
          </c:extLst>
        </c:ser>
        <c:ser>
          <c:idx val="1"/>
          <c:order val="1"/>
          <c:tx>
            <c:v>Facturación</c:v>
          </c:tx>
          <c:spPr>
            <a:solidFill>
              <a:schemeClr val="bg1">
                <a:lumMod val="65000"/>
              </a:schemeClr>
            </a:solidFill>
            <a:ln>
              <a:prstDash val="solid"/>
            </a:ln>
          </c:spPr>
          <c:invertIfNegative val="0"/>
          <c:dLbls>
            <c:delete val="1"/>
          </c:dLbls>
          <c:cat>
            <c:strRef>
              <c:f>Tablas!$CE$4:$CH$4</c:f>
              <c:strCache>
                <c:ptCount val="4"/>
                <c:pt idx="0">
                  <c:v>Total</c:v>
                </c:pt>
                <c:pt idx="1">
                  <c:v>&lt;=100</c:v>
                </c:pt>
                <c:pt idx="2">
                  <c:v>100-400</c:v>
                </c:pt>
                <c:pt idx="3">
                  <c:v>&gt;=400</c:v>
                </c:pt>
              </c:strCache>
            </c:strRef>
          </c:cat>
          <c:val>
            <c:numRef>
              <c:f>Tablas!$CE$6:$CH$6</c:f>
              <c:numCache>
                <c:formatCode>General</c:formatCode>
                <c:ptCount val="4"/>
                <c:pt idx="0">
                  <c:v>1720060.3499999996</c:v>
                </c:pt>
                <c:pt idx="1">
                  <c:v>540946.2300000001</c:v>
                </c:pt>
                <c:pt idx="2">
                  <c:v>510234.07</c:v>
                </c:pt>
                <c:pt idx="3">
                  <c:v>668880.05000000005</c:v>
                </c:pt>
              </c:numCache>
            </c:numRef>
          </c:val>
          <c:extLst>
            <c:ext xmlns:c16="http://schemas.microsoft.com/office/drawing/2014/chart" uri="{C3380CC4-5D6E-409C-BE32-E72D297353CC}">
              <c16:uniqueId val="{00000001-58BB-4333-869A-3E4A4FC96ACB}"/>
            </c:ext>
          </c:extLst>
        </c:ser>
        <c:ser>
          <c:idx val="2"/>
          <c:order val="2"/>
          <c:tx>
            <c:v>Facturación &lt; Horas invertidas</c:v>
          </c:tx>
          <c:spPr>
            <a:solidFill>
              <a:srgbClr val="FF0000"/>
            </a:solidFill>
            <a:ln>
              <a:prstDash val="solid"/>
            </a:ln>
          </c:spPr>
          <c:invertIfNegative val="0"/>
          <c:dLbls>
            <c:dLbl>
              <c:idx val="1"/>
              <c:numFmt formatCode="0" sourceLinked="0"/>
              <c:spPr/>
              <c:txPr>
                <a:bodyPr lIns="38100" tIns="19050" rIns="38100" bIns="19050">
                  <a:spAutoFit/>
                </a:bodyPr>
                <a:lstStyle/>
                <a:p>
                  <a:pPr>
                    <a:defRPr/>
                  </a:pPr>
                  <a:endParaRPr lang="es-ES"/>
                </a:p>
              </c:txPr>
              <c:dLblPos val="outEnd"/>
              <c:showLegendKey val="0"/>
              <c:showVal val="1"/>
              <c:showCatName val="0"/>
              <c:showSerName val="0"/>
              <c:showPercent val="0"/>
              <c:showBubbleSize val="0"/>
              <c:extLst>
                <c:ext xmlns:c16="http://schemas.microsoft.com/office/drawing/2014/chart" uri="{C3380CC4-5D6E-409C-BE32-E72D297353CC}">
                  <c16:uniqueId val="{00000002-58BB-4333-869A-3E4A4FC96ACB}"/>
                </c:ext>
              </c:extLst>
            </c:dLbl>
            <c:numFmt formatCode="0" sourceLinked="0"/>
            <c:spPr>
              <a:noFill/>
              <a:ln>
                <a:noFill/>
                <a:prstDash val="solid"/>
              </a:ln>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Tablas!$CE$4:$CH$4</c:f>
              <c:strCache>
                <c:ptCount val="4"/>
                <c:pt idx="0">
                  <c:v>Total</c:v>
                </c:pt>
                <c:pt idx="1">
                  <c:v>&lt;=100</c:v>
                </c:pt>
                <c:pt idx="2">
                  <c:v>100-400</c:v>
                </c:pt>
                <c:pt idx="3">
                  <c:v>&gt;=400</c:v>
                </c:pt>
              </c:strCache>
            </c:strRef>
          </c:cat>
          <c:val>
            <c:numRef>
              <c:f>Tablas!$CE$7:$CH$7</c:f>
              <c:numCache>
                <c:formatCode>General</c:formatCode>
                <c:ptCount val="4"/>
                <c:pt idx="0">
                  <c:v>-2793334.3758463189</c:v>
                </c:pt>
                <c:pt idx="1">
                  <c:v>-229229.23834683886</c:v>
                </c:pt>
                <c:pt idx="2">
                  <c:v>-872151.29117587651</c:v>
                </c:pt>
                <c:pt idx="3">
                  <c:v>-1691953.8463236031</c:v>
                </c:pt>
              </c:numCache>
            </c:numRef>
          </c:val>
          <c:extLst>
            <c:ext xmlns:c16="http://schemas.microsoft.com/office/drawing/2014/chart" uri="{C3380CC4-5D6E-409C-BE32-E72D297353CC}">
              <c16:uniqueId val="{00000003-58BB-4333-869A-3E4A4FC96ACB}"/>
            </c:ext>
          </c:extLst>
        </c:ser>
        <c:ser>
          <c:idx val="3"/>
          <c:order val="3"/>
          <c:tx>
            <c:v>Horas invertidas &lt; Facturación</c:v>
          </c:tx>
          <c:spPr>
            <a:solidFill>
              <a:srgbClr val="00B050"/>
            </a:solidFill>
            <a:ln>
              <a:prstDash val="solid"/>
            </a:ln>
          </c:spPr>
          <c:invertIfNegative val="0"/>
          <c:dLbls>
            <c:delete val="1"/>
          </c:dLbls>
          <c:cat>
            <c:strRef>
              <c:f>Tablas!$CE$4:$CH$4</c:f>
              <c:strCache>
                <c:ptCount val="4"/>
                <c:pt idx="0">
                  <c:v>Total</c:v>
                </c:pt>
                <c:pt idx="1">
                  <c:v>&lt;=100</c:v>
                </c:pt>
                <c:pt idx="2">
                  <c:v>100-400</c:v>
                </c:pt>
                <c:pt idx="3">
                  <c:v>&gt;=400</c:v>
                </c:pt>
              </c:strCache>
            </c:strRef>
          </c:cat>
          <c:val>
            <c:numRef>
              <c:f>Tablas!$CE$8:$CH$8</c:f>
              <c:numCache>
                <c:formatCode>General</c:formatCode>
                <c:ptCount val="4"/>
                <c:pt idx="0">
                  <c:v>0</c:v>
                </c:pt>
                <c:pt idx="1">
                  <c:v>0</c:v>
                </c:pt>
                <c:pt idx="2">
                  <c:v>0</c:v>
                </c:pt>
                <c:pt idx="3">
                  <c:v>0</c:v>
                </c:pt>
              </c:numCache>
            </c:numRef>
          </c:val>
          <c:extLst>
            <c:ext xmlns:c16="http://schemas.microsoft.com/office/drawing/2014/chart" uri="{C3380CC4-5D6E-409C-BE32-E72D297353CC}">
              <c16:uniqueId val="{00000004-58BB-4333-869A-3E4A4FC96ACB}"/>
            </c:ext>
          </c:extLst>
        </c:ser>
        <c:dLbls>
          <c:dLblPos val="outEnd"/>
          <c:showLegendKey val="0"/>
          <c:showVal val="1"/>
          <c:showCatName val="0"/>
          <c:showSerName val="0"/>
          <c:showPercent val="0"/>
          <c:showBubbleSize val="0"/>
        </c:dLbls>
        <c:gapWidth val="219"/>
        <c:overlap val="-27"/>
        <c:axId val="1358394223"/>
        <c:axId val="1358386063"/>
      </c:barChart>
      <c:catAx>
        <c:axId val="135839422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prstDash val="solid"/>
            <a:round/>
          </a:ln>
        </c:spPr>
        <c:txPr>
          <a:bodyPr rot="-60000000" spcFirstLastPara="1" vertOverflow="ellipsis" vert="horz" wrap="square" anchor="b" anchorCtr="0"/>
          <a:lstStyle/>
          <a:p>
            <a:pPr>
              <a:defRPr sz="1050" b="1" i="0" strike="noStrike" kern="1200" baseline="0">
                <a:solidFill>
                  <a:schemeClr val="tx1">
                    <a:lumMod val="65000"/>
                    <a:lumOff val="35000"/>
                  </a:schemeClr>
                </a:solidFill>
                <a:latin typeface="+mn-lt"/>
                <a:ea typeface="+mn-ea"/>
                <a:cs typeface="+mn-cs"/>
              </a:defRPr>
            </a:pPr>
            <a:endParaRPr lang="es-ES"/>
          </a:p>
        </c:txPr>
        <c:crossAx val="1358386063"/>
        <c:crossesAt val="0"/>
        <c:auto val="1"/>
        <c:lblAlgn val="ctr"/>
        <c:lblOffset val="100"/>
        <c:noMultiLvlLbl val="0"/>
      </c:catAx>
      <c:valAx>
        <c:axId val="1358386063"/>
        <c:scaling>
          <c:orientation val="minMax"/>
        </c:scaling>
        <c:delete val="0"/>
        <c:axPos val="l"/>
        <c:majorGridlines>
          <c:spPr>
            <a:ln w="9525" cap="flat" cmpd="sng" algn="ctr">
              <a:solidFill>
                <a:schemeClr val="tx1">
                  <a:lumMod val="15000"/>
                  <a:lumOff val="85000"/>
                </a:schemeClr>
              </a:solidFill>
              <a:prstDash val="solid"/>
              <a:round/>
            </a:ln>
          </c:spPr>
        </c:majorGridlines>
        <c:numFmt formatCode="0" sourceLinked="0"/>
        <c:majorTickMark val="none"/>
        <c:minorTickMark val="none"/>
        <c:tickLblPos val="nextTo"/>
        <c:spPr>
          <a:noFill/>
          <a:ln>
            <a:noFill/>
            <a:prstDash val="solid"/>
          </a:ln>
        </c:spPr>
        <c:txPr>
          <a:bodyPr rot="-60000000" spcFirstLastPara="1" vertOverflow="ellipsis" vert="horz" wrap="square" anchor="ctr" anchorCtr="1"/>
          <a:lstStyle/>
          <a:p>
            <a:pPr>
              <a:defRPr sz="900" b="0" i="0" strike="noStrike" kern="1200" baseline="0">
                <a:solidFill>
                  <a:schemeClr val="tx1">
                    <a:lumMod val="65000"/>
                    <a:lumOff val="35000"/>
                  </a:schemeClr>
                </a:solidFill>
                <a:latin typeface="+mn-lt"/>
                <a:ea typeface="+mn-ea"/>
                <a:cs typeface="+mn-cs"/>
              </a:defRPr>
            </a:pPr>
            <a:endParaRPr lang="es-ES"/>
          </a:p>
        </c:txPr>
        <c:crossAx val="1358394223"/>
        <c:crosses val="autoZero"/>
        <c:crossBetween val="between"/>
      </c:valAx>
    </c:plotArea>
    <c:legend>
      <c:legendPos val="r"/>
      <c:layout>
        <c:manualLayout>
          <c:xMode val="edge"/>
          <c:yMode val="edge"/>
          <c:x val="0.53479373334829372"/>
          <c:y val="3.6998745930124942E-2"/>
          <c:w val="0.43899307641029361"/>
          <c:h val="0.13287536614870171"/>
        </c:manualLayout>
      </c:layout>
      <c:overlay val="0"/>
      <c:txPr>
        <a:bodyPr/>
        <a:lstStyle/>
        <a:p>
          <a:pPr>
            <a:defRPr sz="1200"/>
          </a:pPr>
          <a:endParaRPr lang="es-ES"/>
        </a:p>
      </c:txPr>
    </c:legend>
    <c:plotVisOnly val="1"/>
    <c:dispBlanksAs val="gap"/>
    <c:showDLblsOverMax val="1"/>
  </c:chart>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strike="noStrike" kern="1200" spc="0" baseline="0">
                <a:solidFill>
                  <a:schemeClr val="tx1">
                    <a:lumMod val="65000"/>
                    <a:lumOff val="35000"/>
                  </a:schemeClr>
                </a:solidFill>
                <a:latin typeface="+mn-lt"/>
                <a:ea typeface="+mn-ea"/>
                <a:cs typeface="+mn-cs"/>
              </a:defRPr>
            </a:pPr>
            <a:r>
              <a:rPr lang="es-ES"/>
              <a:t>Nº</a:t>
            </a:r>
            <a:r>
              <a:rPr lang="es-ES" baseline="0"/>
              <a:t> proyectos entregados en 2025 VS en 2026 (acumulado)</a:t>
            </a:r>
            <a:endParaRPr lang="es-ES"/>
          </a:p>
        </c:rich>
      </c:tx>
      <c:overlay val="0"/>
      <c:spPr>
        <a:noFill/>
        <a:ln>
          <a:noFill/>
          <a:prstDash val="solid"/>
        </a:ln>
      </c:spPr>
    </c:title>
    <c:autoTitleDeleted val="0"/>
    <c:plotArea>
      <c:layout/>
      <c:barChart>
        <c:barDir val="col"/>
        <c:grouping val="clustered"/>
        <c:varyColors val="0"/>
        <c:ser>
          <c:idx val="0"/>
          <c:order val="0"/>
          <c:tx>
            <c:strRef>
              <c:f>Tablas!$CP$11</c:f>
              <c:strCache>
                <c:ptCount val="1"/>
                <c:pt idx="0">
                  <c:v>2025</c:v>
                </c:pt>
              </c:strCache>
            </c:strRef>
          </c:tx>
          <c:spPr>
            <a:solidFill>
              <a:schemeClr val="accent1"/>
            </a:solidFill>
            <a:ln>
              <a:noFill/>
              <a:prstDash val="solid"/>
            </a:ln>
          </c:spPr>
          <c:invertIfNegative val="0"/>
          <c:cat>
            <c:strRef>
              <c:f>Tablas!$CQ$10:$DB$10</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Tablas!$CQ$11:$DB$11</c:f>
              <c:numCache>
                <c:formatCode>General</c:formatCode>
                <c:ptCount val="12"/>
                <c:pt idx="0">
                  <c:v>13</c:v>
                </c:pt>
                <c:pt idx="1">
                  <c:v>57</c:v>
                </c:pt>
                <c:pt idx="2">
                  <c:v>96</c:v>
                </c:pt>
                <c:pt idx="3">
                  <c:v>132</c:v>
                </c:pt>
                <c:pt idx="4">
                  <c:v>167</c:v>
                </c:pt>
                <c:pt idx="5">
                  <c:v>213</c:v>
                </c:pt>
                <c:pt idx="6">
                  <c:v>275</c:v>
                </c:pt>
                <c:pt idx="7">
                  <c:v>309</c:v>
                </c:pt>
                <c:pt idx="8">
                  <c:v>347</c:v>
                </c:pt>
                <c:pt idx="9">
                  <c:v>376</c:v>
                </c:pt>
                <c:pt idx="10">
                  <c:v>416</c:v>
                </c:pt>
                <c:pt idx="11">
                  <c:v>447</c:v>
                </c:pt>
              </c:numCache>
            </c:numRef>
          </c:val>
          <c:extLst>
            <c:ext xmlns:c16="http://schemas.microsoft.com/office/drawing/2014/chart" uri="{C3380CC4-5D6E-409C-BE32-E72D297353CC}">
              <c16:uniqueId val="{00000000-E7D8-4CEC-87A3-CDFB63F590CF}"/>
            </c:ext>
          </c:extLst>
        </c:ser>
        <c:ser>
          <c:idx val="1"/>
          <c:order val="1"/>
          <c:tx>
            <c:strRef>
              <c:f>Tablas!$CP$12</c:f>
              <c:strCache>
                <c:ptCount val="1"/>
                <c:pt idx="0">
                  <c:v>2026</c:v>
                </c:pt>
              </c:strCache>
            </c:strRef>
          </c:tx>
          <c:spPr>
            <a:solidFill>
              <a:schemeClr val="accent2"/>
            </a:solidFill>
            <a:ln>
              <a:noFill/>
              <a:prstDash val="solid"/>
            </a:ln>
          </c:spPr>
          <c:invertIfNegative val="0"/>
          <c:cat>
            <c:strRef>
              <c:f>Tablas!$CQ$10:$DB$10</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Tablas!$CQ$12:$DB$12</c:f>
              <c:numCache>
                <c:formatCode>General</c:formatCode>
                <c:ptCount val="12"/>
                <c:pt idx="0">
                  <c:v>28</c:v>
                </c:pt>
                <c:pt idx="1">
                  <c:v>65</c:v>
                </c:pt>
                <c:pt idx="2">
                  <c:v>122</c:v>
                </c:pt>
                <c:pt idx="3">
                  <c:v>168</c:v>
                </c:pt>
                <c:pt idx="4">
                  <c:v>225</c:v>
                </c:pt>
                <c:pt idx="5">
                  <c:v>276</c:v>
                </c:pt>
                <c:pt idx="6">
                  <c:v>333</c:v>
                </c:pt>
                <c:pt idx="7">
                  <c:v>370</c:v>
                </c:pt>
                <c:pt idx="8">
                  <c:v>393</c:v>
                </c:pt>
                <c:pt idx="9">
                  <c:v>399</c:v>
                </c:pt>
              </c:numCache>
            </c:numRef>
          </c:val>
          <c:extLst>
            <c:ext xmlns:c16="http://schemas.microsoft.com/office/drawing/2014/chart" uri="{C3380CC4-5D6E-409C-BE32-E72D297353CC}">
              <c16:uniqueId val="{00000001-E7D8-4CEC-87A3-CDFB63F590CF}"/>
            </c:ext>
          </c:extLst>
        </c:ser>
        <c:dLbls>
          <c:showLegendKey val="0"/>
          <c:showVal val="0"/>
          <c:showCatName val="0"/>
          <c:showSerName val="0"/>
          <c:showPercent val="0"/>
          <c:showBubbleSize val="0"/>
        </c:dLbls>
        <c:gapWidth val="150"/>
        <c:axId val="1434850479"/>
        <c:axId val="1434850959"/>
      </c:barChart>
      <c:catAx>
        <c:axId val="143485047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prstDash val="solid"/>
            <a:round/>
          </a:ln>
        </c:spPr>
        <c:txPr>
          <a:bodyPr rot="-60000000" spcFirstLastPara="1" vertOverflow="ellipsis" vert="horz" wrap="square" anchor="ctr" anchorCtr="1"/>
          <a:lstStyle/>
          <a:p>
            <a:pPr>
              <a:defRPr sz="900" b="0" i="0" strike="noStrike" kern="1200" baseline="0">
                <a:solidFill>
                  <a:schemeClr val="tx1">
                    <a:lumMod val="65000"/>
                    <a:lumOff val="35000"/>
                  </a:schemeClr>
                </a:solidFill>
                <a:latin typeface="+mn-lt"/>
                <a:ea typeface="+mn-ea"/>
                <a:cs typeface="+mn-cs"/>
              </a:defRPr>
            </a:pPr>
            <a:endParaRPr lang="es-ES"/>
          </a:p>
        </c:txPr>
        <c:crossAx val="1434850959"/>
        <c:crosses val="autoZero"/>
        <c:auto val="1"/>
        <c:lblAlgn val="ctr"/>
        <c:lblOffset val="100"/>
        <c:noMultiLvlLbl val="0"/>
      </c:catAx>
      <c:valAx>
        <c:axId val="1434850959"/>
        <c:scaling>
          <c:orientation val="minMax"/>
        </c:scaling>
        <c:delete val="0"/>
        <c:axPos val="l"/>
        <c:majorGridlines>
          <c:spPr>
            <a:ln w="9525" cap="flat" cmpd="sng" algn="ctr">
              <a:solidFill>
                <a:schemeClr val="tx1">
                  <a:lumMod val="15000"/>
                  <a:lumOff val="85000"/>
                </a:schemeClr>
              </a:solidFill>
              <a:prstDash val="solid"/>
              <a:round/>
            </a:ln>
          </c:spPr>
        </c:majorGridlines>
        <c:numFmt formatCode="General" sourceLinked="1"/>
        <c:majorTickMark val="none"/>
        <c:minorTickMark val="none"/>
        <c:tickLblPos val="nextTo"/>
        <c:spPr>
          <a:noFill/>
          <a:ln>
            <a:noFill/>
            <a:prstDash val="solid"/>
          </a:ln>
        </c:spPr>
        <c:txPr>
          <a:bodyPr rot="-60000000" spcFirstLastPara="1" vertOverflow="ellipsis" vert="horz" wrap="square" anchor="ctr" anchorCtr="1"/>
          <a:lstStyle/>
          <a:p>
            <a:pPr>
              <a:defRPr sz="900" b="0" i="0" strike="noStrike" kern="1200" baseline="0">
                <a:solidFill>
                  <a:schemeClr val="tx1">
                    <a:lumMod val="65000"/>
                    <a:lumOff val="35000"/>
                  </a:schemeClr>
                </a:solidFill>
                <a:latin typeface="+mn-lt"/>
                <a:ea typeface="+mn-ea"/>
                <a:cs typeface="+mn-cs"/>
              </a:defRPr>
            </a:pPr>
            <a:endParaRPr lang="es-ES"/>
          </a:p>
        </c:txPr>
        <c:crossAx val="1434850479"/>
        <c:crosses val="autoZero"/>
        <c:crossBetween val="between"/>
      </c:valAx>
    </c:plotArea>
    <c:legend>
      <c:legendPos val="r"/>
      <c:layout>
        <c:manualLayout>
          <c:xMode val="edge"/>
          <c:yMode val="edge"/>
          <c:x val="0.68925721599644352"/>
          <c:y val="1.83308220461154E-2"/>
          <c:w val="0.23150576866268799"/>
          <c:h val="6.9821060604826554E-2"/>
        </c:manualLayout>
      </c:layout>
      <c:overlay val="0"/>
      <c:spPr>
        <a:noFill/>
        <a:ln>
          <a:noFill/>
          <a:prstDash val="solid"/>
        </a:ln>
      </c:spPr>
      <c:txPr>
        <a:bodyPr rot="0" spcFirstLastPara="1" vertOverflow="ellipsis" vert="horz" wrap="square" anchor="ctr" anchorCtr="1"/>
        <a:lstStyle/>
        <a:p>
          <a:pPr>
            <a:defRPr sz="1200" b="0" i="0" strike="noStrike" kern="1200" baseline="0">
              <a:solidFill>
                <a:schemeClr val="tx1">
                  <a:lumMod val="65000"/>
                  <a:lumOff val="35000"/>
                </a:schemeClr>
              </a:solidFill>
              <a:latin typeface="+mn-lt"/>
              <a:ea typeface="+mn-ea"/>
              <a:cs typeface="+mn-cs"/>
            </a:defRPr>
          </a:pPr>
          <a:endParaRPr lang="es-ES"/>
        </a:p>
      </c:txPr>
    </c:legend>
    <c:plotVisOnly val="1"/>
    <c:dispBlanksAs val="gap"/>
    <c:showDLblsOverMax val="1"/>
  </c:chart>
  <c:spPr>
    <a:solidFill>
      <a:schemeClr val="bg1"/>
    </a:solidFill>
    <a:ln w="9525" cap="flat" cmpd="sng" algn="ctr">
      <a:noFill/>
      <a:prstDash val="solid"/>
      <a:round/>
    </a:ln>
  </c:spPr>
  <c:externalData r:id="rId2">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strike="noStrike" kern="1200" spc="0" baseline="0">
                <a:solidFill>
                  <a:schemeClr val="tx1">
                    <a:lumMod val="65000"/>
                    <a:lumOff val="35000"/>
                  </a:schemeClr>
                </a:solidFill>
                <a:latin typeface="+mn-lt"/>
                <a:ea typeface="+mn-ea"/>
                <a:cs typeface="+mn-cs"/>
              </a:defRPr>
            </a:pPr>
            <a:r>
              <a:rPr lang="es-ES"/>
              <a:t>Horas entregadas</a:t>
            </a:r>
            <a:r>
              <a:rPr lang="es-ES" baseline="0"/>
              <a:t> en 2025 VS en 2026 (acumulado)</a:t>
            </a:r>
            <a:endParaRPr lang="es-ES"/>
          </a:p>
        </c:rich>
      </c:tx>
      <c:overlay val="0"/>
      <c:spPr>
        <a:noFill/>
        <a:ln>
          <a:noFill/>
          <a:prstDash val="solid"/>
        </a:ln>
      </c:spPr>
    </c:title>
    <c:autoTitleDeleted val="0"/>
    <c:plotArea>
      <c:layout/>
      <c:barChart>
        <c:barDir val="col"/>
        <c:grouping val="clustered"/>
        <c:varyColors val="0"/>
        <c:ser>
          <c:idx val="0"/>
          <c:order val="0"/>
          <c:tx>
            <c:strRef>
              <c:f>Tablas!$CP$5</c:f>
              <c:strCache>
                <c:ptCount val="1"/>
                <c:pt idx="0">
                  <c:v>2025</c:v>
                </c:pt>
              </c:strCache>
            </c:strRef>
          </c:tx>
          <c:spPr>
            <a:solidFill>
              <a:schemeClr val="accent1"/>
            </a:solidFill>
            <a:ln>
              <a:noFill/>
              <a:prstDash val="solid"/>
            </a:ln>
          </c:spPr>
          <c:invertIfNegative val="0"/>
          <c:cat>
            <c:strRef>
              <c:f>Tablas!$CQ$4:$DB$4</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Tablas!$CQ$5:$DB$5</c:f>
              <c:numCache>
                <c:formatCode>General</c:formatCode>
                <c:ptCount val="12"/>
                <c:pt idx="0">
                  <c:v>496.75</c:v>
                </c:pt>
                <c:pt idx="1">
                  <c:v>1939.5</c:v>
                </c:pt>
                <c:pt idx="2">
                  <c:v>4066.1779999999999</c:v>
                </c:pt>
                <c:pt idx="3">
                  <c:v>5917.1779999999999</c:v>
                </c:pt>
                <c:pt idx="4">
                  <c:v>10088.428</c:v>
                </c:pt>
                <c:pt idx="5">
                  <c:v>11413.428</c:v>
                </c:pt>
                <c:pt idx="6">
                  <c:v>13826.178</c:v>
                </c:pt>
                <c:pt idx="7">
                  <c:v>14986.178</c:v>
                </c:pt>
                <c:pt idx="8">
                  <c:v>16837.453000000001</c:v>
                </c:pt>
                <c:pt idx="9">
                  <c:v>19705.453000000001</c:v>
                </c:pt>
                <c:pt idx="10">
                  <c:v>23043.453000000001</c:v>
                </c:pt>
                <c:pt idx="11">
                  <c:v>24705.453000000001</c:v>
                </c:pt>
              </c:numCache>
            </c:numRef>
          </c:val>
          <c:extLst>
            <c:ext xmlns:c16="http://schemas.microsoft.com/office/drawing/2014/chart" uri="{C3380CC4-5D6E-409C-BE32-E72D297353CC}">
              <c16:uniqueId val="{00000000-378D-4580-887A-0E3FABACA73D}"/>
            </c:ext>
          </c:extLst>
        </c:ser>
        <c:ser>
          <c:idx val="1"/>
          <c:order val="1"/>
          <c:tx>
            <c:strRef>
              <c:f>Tablas!$CP$6</c:f>
              <c:strCache>
                <c:ptCount val="1"/>
                <c:pt idx="0">
                  <c:v>2026</c:v>
                </c:pt>
              </c:strCache>
            </c:strRef>
          </c:tx>
          <c:spPr>
            <a:solidFill>
              <a:schemeClr val="accent2"/>
            </a:solidFill>
            <a:ln>
              <a:noFill/>
              <a:prstDash val="solid"/>
            </a:ln>
          </c:spPr>
          <c:invertIfNegative val="0"/>
          <c:cat>
            <c:strRef>
              <c:f>Tablas!$CQ$4:$DB$4</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Tablas!$CQ$6:$DB$6</c:f>
              <c:numCache>
                <c:formatCode>General</c:formatCode>
                <c:ptCount val="12"/>
                <c:pt idx="0">
                  <c:v>3703.18</c:v>
                </c:pt>
                <c:pt idx="1">
                  <c:v>6468.4689999999991</c:v>
                </c:pt>
                <c:pt idx="2">
                  <c:v>9317.9989999999998</c:v>
                </c:pt>
                <c:pt idx="3">
                  <c:v>11745.203</c:v>
                </c:pt>
                <c:pt idx="4">
                  <c:v>14928.402999999998</c:v>
                </c:pt>
                <c:pt idx="5">
                  <c:v>16878.852999999999</c:v>
                </c:pt>
                <c:pt idx="6">
                  <c:v>20815.352999999999</c:v>
                </c:pt>
                <c:pt idx="7">
                  <c:v>24777.373</c:v>
                </c:pt>
                <c:pt idx="8">
                  <c:v>25536.373</c:v>
                </c:pt>
                <c:pt idx="9">
                  <c:v>25901.373</c:v>
                </c:pt>
              </c:numCache>
            </c:numRef>
          </c:val>
          <c:extLst>
            <c:ext xmlns:c16="http://schemas.microsoft.com/office/drawing/2014/chart" uri="{C3380CC4-5D6E-409C-BE32-E72D297353CC}">
              <c16:uniqueId val="{00000001-378D-4580-887A-0E3FABACA73D}"/>
            </c:ext>
          </c:extLst>
        </c:ser>
        <c:dLbls>
          <c:showLegendKey val="0"/>
          <c:showVal val="0"/>
          <c:showCatName val="0"/>
          <c:showSerName val="0"/>
          <c:showPercent val="0"/>
          <c:showBubbleSize val="0"/>
        </c:dLbls>
        <c:gapWidth val="150"/>
        <c:axId val="1434850479"/>
        <c:axId val="1434850959"/>
      </c:barChart>
      <c:catAx>
        <c:axId val="143485047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prstDash val="solid"/>
            <a:round/>
          </a:ln>
        </c:spPr>
        <c:txPr>
          <a:bodyPr rot="-60000000" spcFirstLastPara="1" vertOverflow="ellipsis" vert="horz" wrap="square" anchor="ctr" anchorCtr="1"/>
          <a:lstStyle/>
          <a:p>
            <a:pPr>
              <a:defRPr sz="900" b="0" i="0" strike="noStrike" kern="1200" baseline="0">
                <a:solidFill>
                  <a:schemeClr val="tx1">
                    <a:lumMod val="65000"/>
                    <a:lumOff val="35000"/>
                  </a:schemeClr>
                </a:solidFill>
                <a:latin typeface="+mn-lt"/>
                <a:ea typeface="+mn-ea"/>
                <a:cs typeface="+mn-cs"/>
              </a:defRPr>
            </a:pPr>
            <a:endParaRPr lang="es-ES"/>
          </a:p>
        </c:txPr>
        <c:crossAx val="1434850959"/>
        <c:crosses val="autoZero"/>
        <c:auto val="1"/>
        <c:lblAlgn val="ctr"/>
        <c:lblOffset val="100"/>
        <c:noMultiLvlLbl val="0"/>
      </c:catAx>
      <c:valAx>
        <c:axId val="1434850959"/>
        <c:scaling>
          <c:orientation val="minMax"/>
        </c:scaling>
        <c:delete val="0"/>
        <c:axPos val="l"/>
        <c:majorGridlines>
          <c:spPr>
            <a:ln w="9525" cap="flat" cmpd="sng" algn="ctr">
              <a:solidFill>
                <a:schemeClr val="tx1">
                  <a:lumMod val="15000"/>
                  <a:lumOff val="85000"/>
                </a:schemeClr>
              </a:solidFill>
              <a:prstDash val="solid"/>
              <a:round/>
            </a:ln>
          </c:spPr>
        </c:majorGridlines>
        <c:numFmt formatCode="General" sourceLinked="1"/>
        <c:majorTickMark val="none"/>
        <c:minorTickMark val="none"/>
        <c:tickLblPos val="nextTo"/>
        <c:spPr>
          <a:noFill/>
          <a:ln>
            <a:noFill/>
            <a:prstDash val="solid"/>
          </a:ln>
        </c:spPr>
        <c:txPr>
          <a:bodyPr rot="-60000000" spcFirstLastPara="1" vertOverflow="ellipsis" vert="horz" wrap="square" anchor="ctr" anchorCtr="1"/>
          <a:lstStyle/>
          <a:p>
            <a:pPr>
              <a:defRPr sz="900" b="0" i="0" strike="noStrike" kern="1200" baseline="0">
                <a:solidFill>
                  <a:schemeClr val="tx1">
                    <a:lumMod val="65000"/>
                    <a:lumOff val="35000"/>
                  </a:schemeClr>
                </a:solidFill>
                <a:latin typeface="+mn-lt"/>
                <a:ea typeface="+mn-ea"/>
                <a:cs typeface="+mn-cs"/>
              </a:defRPr>
            </a:pPr>
            <a:endParaRPr lang="es-ES"/>
          </a:p>
        </c:txPr>
        <c:crossAx val="1434850479"/>
        <c:crosses val="autoZero"/>
        <c:crossBetween val="between"/>
      </c:valAx>
    </c:plotArea>
    <c:legend>
      <c:legendPos val="r"/>
      <c:layout>
        <c:manualLayout>
          <c:xMode val="edge"/>
          <c:yMode val="edge"/>
          <c:x val="0.73772967839484338"/>
          <c:y val="1.4274493280371449E-2"/>
          <c:w val="0.12226057860983081"/>
          <c:h val="6.8928818678071518E-2"/>
        </c:manualLayout>
      </c:layout>
      <c:overlay val="0"/>
      <c:spPr>
        <a:noFill/>
        <a:ln>
          <a:noFill/>
          <a:prstDash val="solid"/>
        </a:ln>
      </c:spPr>
      <c:txPr>
        <a:bodyPr rot="0" spcFirstLastPara="1" vertOverflow="ellipsis" vert="horz" wrap="square" anchor="ctr" anchorCtr="1"/>
        <a:lstStyle/>
        <a:p>
          <a:pPr>
            <a:defRPr sz="1400" b="0" i="0" strike="noStrike" kern="1200" baseline="0">
              <a:solidFill>
                <a:schemeClr val="tx1">
                  <a:lumMod val="65000"/>
                  <a:lumOff val="35000"/>
                </a:schemeClr>
              </a:solidFill>
              <a:latin typeface="+mn-lt"/>
              <a:ea typeface="+mn-ea"/>
              <a:cs typeface="+mn-cs"/>
            </a:defRPr>
          </a:pPr>
          <a:endParaRPr lang="es-ES"/>
        </a:p>
      </c:txPr>
    </c:legend>
    <c:plotVisOnly val="1"/>
    <c:dispBlanksAs val="gap"/>
    <c:showDLblsOverMax val="1"/>
  </c:chart>
  <c:spPr>
    <a:solidFill>
      <a:schemeClr val="bg1"/>
    </a:solidFill>
    <a:ln w="9525" cap="flat" cmpd="sng" algn="ctr">
      <a:noFill/>
      <a:prstDash val="solid"/>
      <a:round/>
    </a:ln>
  </c:spPr>
  <c:externalData r:id="rId2">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hdr" sz="quarter"/>
          </p:nvPr>
        </p:nvSpPr>
        <p:spPr bwMode="auto">
          <a:xfrm>
            <a:off x="1" y="3"/>
            <a:ext cx="4297797" cy="340941"/>
          </a:xfrm>
          <a:prstGeom prst="rect">
            <a:avLst/>
          </a:prstGeom>
          <a:noFill/>
          <a:ln w="9525">
            <a:noFill/>
            <a:miter lim="800000"/>
          </a:ln>
          <a:effectLst/>
        </p:spPr>
        <p:txBody>
          <a:bodyPr vert="horz" wrap="square" lIns="91594" tIns="45796" rIns="91594" bIns="45796" numCol="1" anchor="t" anchorCtr="0" compatLnSpc="1">
            <a:prstTxWarp prst="textNoShape">
              <a:avLst/>
            </a:prstTxWarp>
          </a:bodyPr>
          <a:lstStyle>
            <a:lvl1pPr>
              <a:defRPr sz="1200"/>
            </a:lvl1pPr>
          </a:lstStyle>
          <a:p>
            <a:pPr>
              <a:defRPr/>
            </a:pPr>
            <a:endParaRPr lang="es-ES" dirty="0"/>
          </a:p>
        </p:txBody>
      </p:sp>
      <p:sp>
        <p:nvSpPr>
          <p:cNvPr id="7171" name="Rectangle 3"/>
          <p:cNvSpPr>
            <a:spLocks noGrp="1" noChangeArrowheads="1"/>
          </p:cNvSpPr>
          <p:nvPr>
            <p:ph type="dt" sz="quarter" idx="1"/>
          </p:nvPr>
        </p:nvSpPr>
        <p:spPr bwMode="auto">
          <a:xfrm>
            <a:off x="5618597" y="3"/>
            <a:ext cx="4297797" cy="340941"/>
          </a:xfrm>
          <a:prstGeom prst="rect">
            <a:avLst/>
          </a:prstGeom>
          <a:noFill/>
          <a:ln w="9525">
            <a:noFill/>
            <a:miter lim="800000"/>
          </a:ln>
          <a:effectLst/>
        </p:spPr>
        <p:txBody>
          <a:bodyPr vert="horz" wrap="square" lIns="91594" tIns="45796" rIns="91594" bIns="45796" numCol="1" anchor="t" anchorCtr="0" compatLnSpc="1">
            <a:prstTxWarp prst="textNoShape">
              <a:avLst/>
            </a:prstTxWarp>
          </a:bodyPr>
          <a:lstStyle>
            <a:lvl1pPr algn="r">
              <a:defRPr sz="1200"/>
            </a:lvl1pPr>
          </a:lstStyle>
          <a:p>
            <a:pPr>
              <a:defRPr/>
            </a:pPr>
            <a:endParaRPr lang="es-ES" dirty="0"/>
          </a:p>
        </p:txBody>
      </p:sp>
      <p:sp>
        <p:nvSpPr>
          <p:cNvPr id="7172" name="Rectangle 4"/>
          <p:cNvSpPr>
            <a:spLocks noGrp="1" noChangeArrowheads="1"/>
          </p:cNvSpPr>
          <p:nvPr>
            <p:ph type="ftr" sz="quarter" idx="2"/>
          </p:nvPr>
        </p:nvSpPr>
        <p:spPr bwMode="auto">
          <a:xfrm>
            <a:off x="1" y="6477875"/>
            <a:ext cx="4297797" cy="340941"/>
          </a:xfrm>
          <a:prstGeom prst="rect">
            <a:avLst/>
          </a:prstGeom>
          <a:noFill/>
          <a:ln w="9525">
            <a:noFill/>
            <a:miter lim="800000"/>
          </a:ln>
          <a:effectLst/>
        </p:spPr>
        <p:txBody>
          <a:bodyPr vert="horz" wrap="square" lIns="91594" tIns="45796" rIns="91594" bIns="45796" numCol="1" anchor="b" anchorCtr="0" compatLnSpc="1">
            <a:prstTxWarp prst="textNoShape">
              <a:avLst/>
            </a:prstTxWarp>
          </a:bodyPr>
          <a:lstStyle>
            <a:lvl1pPr>
              <a:defRPr sz="1200"/>
            </a:lvl1pPr>
          </a:lstStyle>
          <a:p>
            <a:pPr>
              <a:defRPr/>
            </a:pPr>
            <a:endParaRPr lang="es-ES" dirty="0"/>
          </a:p>
        </p:txBody>
      </p:sp>
      <p:sp>
        <p:nvSpPr>
          <p:cNvPr id="7173" name="Rectangle 5"/>
          <p:cNvSpPr>
            <a:spLocks noGrp="1" noChangeArrowheads="1"/>
          </p:cNvSpPr>
          <p:nvPr>
            <p:ph type="sldNum" sz="quarter" idx="3"/>
          </p:nvPr>
        </p:nvSpPr>
        <p:spPr bwMode="auto">
          <a:xfrm>
            <a:off x="5618597" y="6477875"/>
            <a:ext cx="4297797" cy="340941"/>
          </a:xfrm>
          <a:prstGeom prst="rect">
            <a:avLst/>
          </a:prstGeom>
          <a:noFill/>
          <a:ln w="9525">
            <a:noFill/>
            <a:miter lim="800000"/>
          </a:ln>
          <a:effectLst/>
        </p:spPr>
        <p:txBody>
          <a:bodyPr vert="horz" wrap="square" lIns="91594" tIns="45796" rIns="91594" bIns="45796" numCol="1" anchor="b" anchorCtr="0" compatLnSpc="1">
            <a:prstTxWarp prst="textNoShape">
              <a:avLst/>
            </a:prstTxWarp>
          </a:bodyPr>
          <a:lstStyle>
            <a:lvl1pPr algn="r">
              <a:defRPr sz="1200"/>
            </a:lvl1pPr>
          </a:lstStyle>
          <a:p>
            <a:pPr>
              <a:defRPr/>
            </a:pPr>
            <a:fld id="{F9293570-FEB5-4266-8CA8-B193515A7F30}" type="slidenum">
              <a:rPr lang="es-ES"/>
              <a:pPr>
                <a:defRPr/>
              </a:pPr>
              <a:t>‹Nº›</a:t>
            </a:fld>
            <a:endParaRPr lang="es-ES" dirty="0"/>
          </a:p>
        </p:txBody>
      </p:sp>
    </p:spTree>
    <p:extLst>
      <p:ext uri="{BB962C8B-B14F-4D97-AF65-F5344CB8AC3E}">
        <p14:creationId xmlns:p14="http://schemas.microsoft.com/office/powerpoint/2010/main" val="2385927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1" y="3"/>
            <a:ext cx="4297797" cy="340941"/>
          </a:xfrm>
          <a:prstGeom prst="rect">
            <a:avLst/>
          </a:prstGeom>
          <a:noFill/>
          <a:ln w="9525">
            <a:noFill/>
            <a:miter lim="800000"/>
          </a:ln>
          <a:effectLst/>
        </p:spPr>
        <p:txBody>
          <a:bodyPr vert="horz" wrap="square" lIns="91594" tIns="45796" rIns="91594" bIns="45796" numCol="1" anchor="t" anchorCtr="0" compatLnSpc="1">
            <a:prstTxWarp prst="textNoShape">
              <a:avLst/>
            </a:prstTxWarp>
          </a:bodyPr>
          <a:lstStyle>
            <a:lvl1pPr>
              <a:defRPr sz="1200"/>
            </a:lvl1pPr>
          </a:lstStyle>
          <a:p>
            <a:pPr>
              <a:defRPr/>
            </a:pPr>
            <a:endParaRPr lang="es-ES" dirty="0"/>
          </a:p>
        </p:txBody>
      </p:sp>
      <p:sp>
        <p:nvSpPr>
          <p:cNvPr id="3075" name="Rectangle 3"/>
          <p:cNvSpPr>
            <a:spLocks noGrp="1" noChangeArrowheads="1"/>
          </p:cNvSpPr>
          <p:nvPr>
            <p:ph type="dt" idx="1"/>
          </p:nvPr>
        </p:nvSpPr>
        <p:spPr bwMode="auto">
          <a:xfrm>
            <a:off x="5618597" y="3"/>
            <a:ext cx="4297797" cy="340941"/>
          </a:xfrm>
          <a:prstGeom prst="rect">
            <a:avLst/>
          </a:prstGeom>
          <a:noFill/>
          <a:ln w="9525">
            <a:noFill/>
            <a:miter lim="800000"/>
          </a:ln>
          <a:effectLst/>
        </p:spPr>
        <p:txBody>
          <a:bodyPr vert="horz" wrap="square" lIns="91594" tIns="45796" rIns="91594" bIns="45796" numCol="1" anchor="t" anchorCtr="0" compatLnSpc="1">
            <a:prstTxWarp prst="textNoShape">
              <a:avLst/>
            </a:prstTxWarp>
          </a:bodyPr>
          <a:lstStyle>
            <a:lvl1pPr algn="r">
              <a:defRPr sz="1200"/>
            </a:lvl1pPr>
          </a:lstStyle>
          <a:p>
            <a:pPr>
              <a:defRPr/>
            </a:pPr>
            <a:endParaRPr lang="es-ES" dirty="0"/>
          </a:p>
        </p:txBody>
      </p:sp>
      <p:sp>
        <p:nvSpPr>
          <p:cNvPr id="28676" name="Rectangle 4"/>
          <p:cNvSpPr>
            <a:spLocks noGrp="1" noRot="1" noChangeAspect="1" noChangeArrowheads="1" noTextEdit="1"/>
          </p:cNvSpPr>
          <p:nvPr>
            <p:ph type="sldImg" idx="2"/>
          </p:nvPr>
        </p:nvSpPr>
        <p:spPr bwMode="auto">
          <a:xfrm>
            <a:off x="2692400" y="512763"/>
            <a:ext cx="4543425" cy="2555875"/>
          </a:xfrm>
          <a:prstGeom prst="rect">
            <a:avLst/>
          </a:prstGeom>
          <a:noFill/>
          <a:ln w="9525">
            <a:solidFill>
              <a:srgbClr val="000000"/>
            </a:solidFill>
            <a:miter lim="800000"/>
          </a:ln>
        </p:spPr>
        <p:txBody>
          <a:bodyPr/>
          <a:lstStyle/>
          <a:p>
            <a:endParaRPr lang="es-ES" dirty="0"/>
          </a:p>
        </p:txBody>
      </p:sp>
      <p:sp>
        <p:nvSpPr>
          <p:cNvPr id="3077" name="Rectangle 5"/>
          <p:cNvSpPr>
            <a:spLocks noGrp="1" noChangeArrowheads="1"/>
          </p:cNvSpPr>
          <p:nvPr>
            <p:ph type="body" sz="quarter" idx="3"/>
          </p:nvPr>
        </p:nvSpPr>
        <p:spPr bwMode="auto">
          <a:xfrm>
            <a:off x="992339" y="3239484"/>
            <a:ext cx="7934034" cy="3068465"/>
          </a:xfrm>
          <a:prstGeom prst="rect">
            <a:avLst/>
          </a:prstGeom>
          <a:noFill/>
          <a:ln w="9525">
            <a:noFill/>
            <a:miter lim="800000"/>
          </a:ln>
          <a:effectLst/>
        </p:spPr>
        <p:txBody>
          <a:bodyPr vert="horz" wrap="square" lIns="91594" tIns="45796" rIns="91594" bIns="45796" numCol="1" anchor="t" anchorCtr="0" compatLnSpc="1">
            <a:prstTxWarp prst="textNoShape">
              <a:avLst/>
            </a:prstTxWarp>
          </a:bodyPr>
          <a:lstStyle/>
          <a:p>
            <a:pPr lvl="0"/>
            <a:r>
              <a:rPr lang="es-ES" noProof="0"/>
              <a:t>Haga clic para modificar el estilo de texto del patrón</a:t>
            </a:r>
          </a:p>
          <a:p>
            <a:pPr lvl="1"/>
            <a:r>
              <a:rPr lang="es-ES" noProof="0"/>
              <a:t>Segundo nivel</a:t>
            </a:r>
          </a:p>
          <a:p>
            <a:pPr lvl="2"/>
            <a:r>
              <a:rPr lang="es-ES" noProof="0"/>
              <a:t>Tercer nivel</a:t>
            </a:r>
          </a:p>
          <a:p>
            <a:pPr lvl="3"/>
            <a:r>
              <a:rPr lang="es-ES" noProof="0"/>
              <a:t>Cuarto nivel</a:t>
            </a:r>
          </a:p>
          <a:p>
            <a:pPr lvl="4"/>
            <a:r>
              <a:rPr lang="es-ES" noProof="0"/>
              <a:t>Quinto nivel</a:t>
            </a:r>
          </a:p>
        </p:txBody>
      </p:sp>
      <p:sp>
        <p:nvSpPr>
          <p:cNvPr id="3078" name="Rectangle 6"/>
          <p:cNvSpPr>
            <a:spLocks noGrp="1" noChangeArrowheads="1"/>
          </p:cNvSpPr>
          <p:nvPr>
            <p:ph type="ftr" sz="quarter" idx="4"/>
          </p:nvPr>
        </p:nvSpPr>
        <p:spPr bwMode="auto">
          <a:xfrm>
            <a:off x="1" y="6477875"/>
            <a:ext cx="4297797" cy="340941"/>
          </a:xfrm>
          <a:prstGeom prst="rect">
            <a:avLst/>
          </a:prstGeom>
          <a:noFill/>
          <a:ln w="9525">
            <a:noFill/>
            <a:miter lim="800000"/>
          </a:ln>
          <a:effectLst/>
        </p:spPr>
        <p:txBody>
          <a:bodyPr vert="horz" wrap="square" lIns="91594" tIns="45796" rIns="91594" bIns="45796" numCol="1" anchor="b" anchorCtr="0" compatLnSpc="1">
            <a:prstTxWarp prst="textNoShape">
              <a:avLst/>
            </a:prstTxWarp>
          </a:bodyPr>
          <a:lstStyle>
            <a:lvl1pPr>
              <a:defRPr sz="1200"/>
            </a:lvl1pPr>
          </a:lstStyle>
          <a:p>
            <a:pPr>
              <a:defRPr/>
            </a:pPr>
            <a:endParaRPr lang="es-ES" dirty="0"/>
          </a:p>
        </p:txBody>
      </p:sp>
      <p:sp>
        <p:nvSpPr>
          <p:cNvPr id="3079" name="Rectangle 7"/>
          <p:cNvSpPr>
            <a:spLocks noGrp="1" noChangeArrowheads="1"/>
          </p:cNvSpPr>
          <p:nvPr>
            <p:ph type="sldNum" sz="quarter" idx="5"/>
          </p:nvPr>
        </p:nvSpPr>
        <p:spPr bwMode="auto">
          <a:xfrm>
            <a:off x="5618597" y="6477875"/>
            <a:ext cx="4297797" cy="340941"/>
          </a:xfrm>
          <a:prstGeom prst="rect">
            <a:avLst/>
          </a:prstGeom>
          <a:noFill/>
          <a:ln w="9525">
            <a:noFill/>
            <a:miter lim="800000"/>
          </a:ln>
          <a:effectLst/>
        </p:spPr>
        <p:txBody>
          <a:bodyPr vert="horz" wrap="square" lIns="91594" tIns="45796" rIns="91594" bIns="45796" numCol="1" anchor="b" anchorCtr="0" compatLnSpc="1">
            <a:prstTxWarp prst="textNoShape">
              <a:avLst/>
            </a:prstTxWarp>
          </a:bodyPr>
          <a:lstStyle>
            <a:lvl1pPr algn="r">
              <a:defRPr sz="1200"/>
            </a:lvl1pPr>
          </a:lstStyle>
          <a:p>
            <a:pPr>
              <a:defRPr/>
            </a:pPr>
            <a:fld id="{FECB7313-92B5-47DD-B82E-069DA575136B}" type="slidenum">
              <a:rPr lang="es-ES"/>
              <a:pPr>
                <a:defRPr/>
              </a:pPr>
              <a:t>‹Nº›</a:t>
            </a:fld>
            <a:endParaRPr lang="es-ES" dirty="0"/>
          </a:p>
        </p:txBody>
      </p:sp>
    </p:spTree>
    <p:extLst>
      <p:ext uri="{BB962C8B-B14F-4D97-AF65-F5344CB8AC3E}">
        <p14:creationId xmlns:p14="http://schemas.microsoft.com/office/powerpoint/2010/main" val="234646842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a:ea typeface="+mn-ea"/>
        <a:cs typeface="+mn-cs"/>
      </a:defRPr>
    </a:lvl1pPr>
    <a:lvl2pPr marL="457200" algn="l" rtl="0" eaLnBrk="0" fontAlgn="base" hangingPunct="0">
      <a:spcBef>
        <a:spcPct val="30000"/>
      </a:spcBef>
      <a:spcAft>
        <a:spcPct val="0"/>
      </a:spcAft>
      <a:defRPr sz="1200" kern="1200">
        <a:solidFill>
          <a:schemeClr val="tx1"/>
        </a:solidFill>
        <a:latin typeface="Arial"/>
        <a:ea typeface="+mn-ea"/>
        <a:cs typeface="+mn-cs"/>
      </a:defRPr>
    </a:lvl2pPr>
    <a:lvl3pPr marL="914400" algn="l" rtl="0" eaLnBrk="0" fontAlgn="base" hangingPunct="0">
      <a:spcBef>
        <a:spcPct val="30000"/>
      </a:spcBef>
      <a:spcAft>
        <a:spcPct val="0"/>
      </a:spcAft>
      <a:defRPr sz="1200" kern="1200">
        <a:solidFill>
          <a:schemeClr val="tx1"/>
        </a:solidFill>
        <a:latin typeface="Arial"/>
        <a:ea typeface="+mn-ea"/>
        <a:cs typeface="+mn-cs"/>
      </a:defRPr>
    </a:lvl3pPr>
    <a:lvl4pPr marL="1371600" algn="l" rtl="0" eaLnBrk="0" fontAlgn="base" hangingPunct="0">
      <a:spcBef>
        <a:spcPct val="30000"/>
      </a:spcBef>
      <a:spcAft>
        <a:spcPct val="0"/>
      </a:spcAft>
      <a:defRPr sz="1200" kern="1200">
        <a:solidFill>
          <a:schemeClr val="tx1"/>
        </a:solidFill>
        <a:latin typeface="Arial"/>
        <a:ea typeface="+mn-ea"/>
        <a:cs typeface="+mn-cs"/>
      </a:defRPr>
    </a:lvl4pPr>
    <a:lvl5pPr marL="1828800" algn="l" rtl="0" eaLnBrk="0" fontAlgn="base" hangingPunct="0">
      <a:spcBef>
        <a:spcPct val="30000"/>
      </a:spcBef>
      <a:spcAft>
        <a:spcPct val="0"/>
      </a:spcAft>
      <a:defRPr sz="1200" kern="1200">
        <a:solidFill>
          <a:schemeClr val="tx1"/>
        </a:solidFill>
        <a:latin typeface="Arial"/>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2692400" y="512763"/>
            <a:ext cx="4543425" cy="2555875"/>
          </a:xfrm>
        </p:spPr>
        <p:txBody>
          <a:bodyPr/>
          <a:lstStyle/>
          <a:p>
            <a:endParaRPr lang="es-ES" dirty="0"/>
          </a:p>
        </p:txBody>
      </p:sp>
      <p:sp>
        <p:nvSpPr>
          <p:cNvPr id="3" name="Marcador de notas 2"/>
          <p:cNvSpPr>
            <a:spLocks noGrp="1"/>
          </p:cNvSpPr>
          <p:nvPr>
            <p:ph type="body" idx="1"/>
          </p:nvPr>
        </p:nvSpPr>
        <p:spPr/>
        <p:txBody>
          <a:bodyPr/>
          <a:lstStyle/>
          <a:p>
            <a:pPr marL="0" indent="0">
              <a:buFont typeface="Arial" panose="020B0604020202020204" pitchFamily="34" charset="0"/>
              <a:buNone/>
            </a:pPr>
            <a:endParaRPr lang="es-ES" noProof="0" dirty="0"/>
          </a:p>
        </p:txBody>
      </p:sp>
      <p:sp>
        <p:nvSpPr>
          <p:cNvPr id="4" name="Marcador de número de diapositiva 3"/>
          <p:cNvSpPr>
            <a:spLocks noGrp="1"/>
          </p:cNvSpPr>
          <p:nvPr>
            <p:ph type="sldNum" sz="quarter" idx="10"/>
          </p:nvPr>
        </p:nvSpPr>
        <p:spPr/>
        <p:txBody>
          <a:bodyPr/>
          <a:lstStyle/>
          <a:p>
            <a:pPr>
              <a:defRPr/>
            </a:pPr>
            <a:fld id="{FECB7313-92B5-47DD-B82E-069DA575136B}" type="slidenum">
              <a:rPr lang="es-ES" smtClean="0"/>
              <a:pPr>
                <a:defRPr/>
              </a:pPr>
              <a:t>1</a:t>
            </a:fld>
            <a:endParaRPr lang="es-ES" dirty="0"/>
          </a:p>
        </p:txBody>
      </p:sp>
    </p:spTree>
    <p:extLst>
      <p:ext uri="{BB962C8B-B14F-4D97-AF65-F5344CB8AC3E}">
        <p14:creationId xmlns:p14="http://schemas.microsoft.com/office/powerpoint/2010/main" val="18034496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ES" dirty="0"/>
          </a:p>
        </p:txBody>
      </p:sp>
      <p:sp>
        <p:nvSpPr>
          <p:cNvPr id="3" name="Marcador de notas 2"/>
          <p:cNvSpPr>
            <a:spLocks noGrp="1"/>
          </p:cNvSpPr>
          <p:nvPr>
            <p:ph type="body" idx="1"/>
          </p:nvPr>
        </p:nvSpPr>
        <p:spPr/>
        <p:txBody>
          <a:bodyPr/>
          <a:lstStyle/>
          <a:p>
            <a:endParaRPr lang="es-ES" baseline="0" dirty="0"/>
          </a:p>
        </p:txBody>
      </p:sp>
      <p:sp>
        <p:nvSpPr>
          <p:cNvPr id="4" name="Marcador de número de diapositiva 3"/>
          <p:cNvSpPr>
            <a:spLocks noGrp="1"/>
          </p:cNvSpPr>
          <p:nvPr>
            <p:ph type="sldNum" sz="quarter" idx="5"/>
          </p:nvPr>
        </p:nvSpPr>
        <p:spPr/>
        <p:txBody>
          <a:bodyPr/>
          <a:lstStyle/>
          <a:p>
            <a:pPr>
              <a:defRPr/>
            </a:pPr>
            <a:fld id="{FECB7313-92B5-47DD-B82E-069DA575136B}" type="slidenum">
              <a:rPr lang="es-ES" smtClean="0"/>
              <a:pPr>
                <a:defRPr/>
              </a:pPr>
              <a:t>2</a:t>
            </a:fld>
            <a:endParaRPr lang="es-ES" dirty="0"/>
          </a:p>
        </p:txBody>
      </p:sp>
    </p:spTree>
    <p:extLst>
      <p:ext uri="{BB962C8B-B14F-4D97-AF65-F5344CB8AC3E}">
        <p14:creationId xmlns:p14="http://schemas.microsoft.com/office/powerpoint/2010/main" val="12742250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2692400" y="512763"/>
            <a:ext cx="4543425" cy="2555875"/>
          </a:xfrm>
        </p:spPr>
        <p:txBody>
          <a:bodyPr/>
          <a:lstStyle/>
          <a:p>
            <a:endParaRPr lang="es-ES" dirty="0"/>
          </a:p>
        </p:txBody>
      </p:sp>
      <p:sp>
        <p:nvSpPr>
          <p:cNvPr id="3" name="Marcador de notas 2"/>
          <p:cNvSpPr>
            <a:spLocks noGrp="1"/>
          </p:cNvSpPr>
          <p:nvPr>
            <p:ph type="body" idx="1"/>
          </p:nvPr>
        </p:nvSpPr>
        <p:spPr/>
        <p:txBody>
          <a:bodyPr/>
          <a:lstStyle/>
          <a:p>
            <a:pPr marL="171887" indent="-171887">
              <a:buFont typeface="Arial" panose="020B0604020202020204" pitchFamily="34" charset="0"/>
              <a:buChar char="•"/>
            </a:pPr>
            <a:endParaRPr lang="es-ES" noProof="0" dirty="0"/>
          </a:p>
        </p:txBody>
      </p:sp>
      <p:sp>
        <p:nvSpPr>
          <p:cNvPr id="4" name="Marcador de número de diapositiva 3"/>
          <p:cNvSpPr>
            <a:spLocks noGrp="1"/>
          </p:cNvSpPr>
          <p:nvPr>
            <p:ph type="sldNum" sz="quarter" idx="10"/>
          </p:nvPr>
        </p:nvSpPr>
        <p:spPr/>
        <p:txBody>
          <a:bodyPr/>
          <a:lstStyle/>
          <a:p>
            <a:pPr defTabSz="458434">
              <a:defRPr/>
            </a:pPr>
            <a:fld id="{FECB7313-92B5-47DD-B82E-069DA575136B}" type="slidenum">
              <a:rPr lang="es-ES">
                <a:solidFill>
                  <a:srgbClr val="000000"/>
                </a:solidFill>
                <a:latin typeface="Calibri" panose="020F0502020204030204"/>
              </a:rPr>
              <a:pPr defTabSz="458434">
                <a:defRPr/>
              </a:pPr>
              <a:t>3</a:t>
            </a:fld>
            <a:endParaRPr lang="es-ES" dirty="0">
              <a:solidFill>
                <a:srgbClr val="000000"/>
              </a:solidFill>
              <a:latin typeface="Calibri" panose="020F0502020204030204"/>
            </a:endParaRPr>
          </a:p>
        </p:txBody>
      </p:sp>
    </p:spTree>
    <p:extLst>
      <p:ext uri="{BB962C8B-B14F-4D97-AF65-F5344CB8AC3E}">
        <p14:creationId xmlns:p14="http://schemas.microsoft.com/office/powerpoint/2010/main" val="37829382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ES" dirty="0"/>
          </a:p>
        </p:txBody>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5"/>
          </p:nvPr>
        </p:nvSpPr>
        <p:spPr/>
        <p:txBody>
          <a:bodyPr/>
          <a:lstStyle/>
          <a:p>
            <a:pPr>
              <a:defRPr/>
            </a:pPr>
            <a:fld id="{FECB7313-92B5-47DD-B82E-069DA575136B}" type="slidenum">
              <a:rPr lang="es-ES" smtClean="0"/>
              <a:pPr>
                <a:defRPr/>
              </a:pPr>
              <a:t>4</a:t>
            </a:fld>
            <a:endParaRPr lang="es-ES" dirty="0"/>
          </a:p>
        </p:txBody>
      </p:sp>
    </p:spTree>
    <p:extLst>
      <p:ext uri="{BB962C8B-B14F-4D97-AF65-F5344CB8AC3E}">
        <p14:creationId xmlns:p14="http://schemas.microsoft.com/office/powerpoint/2010/main" val="18140595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ES" dirty="0"/>
          </a:p>
        </p:txBody>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5"/>
          </p:nvPr>
        </p:nvSpPr>
        <p:spPr/>
        <p:txBody>
          <a:bodyPr/>
          <a:lstStyle/>
          <a:p>
            <a:pPr>
              <a:defRPr/>
            </a:pPr>
            <a:fld id="{FECB7313-92B5-47DD-B82E-069DA575136B}" type="slidenum">
              <a:rPr lang="es-ES" smtClean="0"/>
              <a:pPr>
                <a:defRPr/>
              </a:pPr>
              <a:t>5</a:t>
            </a:fld>
            <a:endParaRPr lang="es-ES" dirty="0"/>
          </a:p>
        </p:txBody>
      </p:sp>
    </p:spTree>
    <p:extLst>
      <p:ext uri="{BB962C8B-B14F-4D97-AF65-F5344CB8AC3E}">
        <p14:creationId xmlns:p14="http://schemas.microsoft.com/office/powerpoint/2010/main" val="17399007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ES" dirty="0"/>
          </a:p>
        </p:txBody>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5"/>
          </p:nvPr>
        </p:nvSpPr>
        <p:spPr/>
        <p:txBody>
          <a:bodyPr/>
          <a:lstStyle/>
          <a:p>
            <a:pPr>
              <a:defRPr/>
            </a:pPr>
            <a:fld id="{FECB7313-92B5-47DD-B82E-069DA575136B}" type="slidenum">
              <a:rPr lang="es-ES" smtClean="0"/>
              <a:pPr>
                <a:defRPr/>
              </a:pPr>
              <a:t>6</a:t>
            </a:fld>
            <a:endParaRPr lang="es-ES" dirty="0"/>
          </a:p>
        </p:txBody>
      </p:sp>
    </p:spTree>
    <p:extLst>
      <p:ext uri="{BB962C8B-B14F-4D97-AF65-F5344CB8AC3E}">
        <p14:creationId xmlns:p14="http://schemas.microsoft.com/office/powerpoint/2010/main" val="42278740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ES" dirty="0"/>
          </a:p>
        </p:txBody>
      </p:sp>
      <p:sp>
        <p:nvSpPr>
          <p:cNvPr id="3" name="Marcador de notas 2"/>
          <p:cNvSpPr>
            <a:spLocks noGrp="1"/>
          </p:cNvSpPr>
          <p:nvPr>
            <p:ph type="body" idx="1"/>
          </p:nvPr>
        </p:nvSpPr>
        <p:spPr/>
        <p:txBody>
          <a:bodyPr/>
          <a:lstStyle/>
          <a:p>
            <a:r>
              <a:rPr lang="en-US" dirty="0"/>
              <a:t>6554</a:t>
            </a:r>
          </a:p>
        </p:txBody>
      </p:sp>
      <p:sp>
        <p:nvSpPr>
          <p:cNvPr id="4" name="Marcador de número de diapositiva 3"/>
          <p:cNvSpPr>
            <a:spLocks noGrp="1"/>
          </p:cNvSpPr>
          <p:nvPr>
            <p:ph type="sldNum" sz="quarter" idx="5"/>
          </p:nvPr>
        </p:nvSpPr>
        <p:spPr/>
        <p:txBody>
          <a:bodyPr/>
          <a:lstStyle/>
          <a:p>
            <a:pPr>
              <a:defRPr/>
            </a:pPr>
            <a:fld id="{FECB7313-92B5-47DD-B82E-069DA575136B}" type="slidenum">
              <a:rPr lang="es-ES" smtClean="0"/>
              <a:pPr>
                <a:defRPr/>
              </a:pPr>
              <a:t>7</a:t>
            </a:fld>
            <a:endParaRPr lang="es-ES" dirty="0"/>
          </a:p>
        </p:txBody>
      </p:sp>
    </p:spTree>
    <p:extLst>
      <p:ext uri="{BB962C8B-B14F-4D97-AF65-F5344CB8AC3E}">
        <p14:creationId xmlns:p14="http://schemas.microsoft.com/office/powerpoint/2010/main" val="11114991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ES" dirty="0"/>
          </a:p>
        </p:txBody>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5"/>
          </p:nvPr>
        </p:nvSpPr>
        <p:spPr/>
        <p:txBody>
          <a:bodyPr/>
          <a:lstStyle/>
          <a:p>
            <a:pPr>
              <a:defRPr/>
            </a:pPr>
            <a:fld id="{FECB7313-92B5-47DD-B82E-069DA575136B}" type="slidenum">
              <a:rPr lang="es-ES" smtClean="0"/>
              <a:pPr>
                <a:defRPr/>
              </a:pPr>
              <a:t>8</a:t>
            </a:fld>
            <a:endParaRPr lang="es-ES" dirty="0"/>
          </a:p>
        </p:txBody>
      </p:sp>
    </p:spTree>
    <p:extLst>
      <p:ext uri="{BB962C8B-B14F-4D97-AF65-F5344CB8AC3E}">
        <p14:creationId xmlns:p14="http://schemas.microsoft.com/office/powerpoint/2010/main" val="34885991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ES" dirty="0"/>
          </a:p>
        </p:txBody>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5"/>
          </p:nvPr>
        </p:nvSpPr>
        <p:spPr/>
        <p:txBody>
          <a:bodyPr/>
          <a:lstStyle/>
          <a:p>
            <a:pPr>
              <a:defRPr/>
            </a:pPr>
            <a:fld id="{FECB7313-92B5-47DD-B82E-069DA575136B}" type="slidenum">
              <a:rPr lang="es-ES" smtClean="0"/>
              <a:pPr>
                <a:defRPr/>
              </a:pPr>
              <a:t>9</a:t>
            </a:fld>
            <a:endParaRPr lang="es-ES" dirty="0"/>
          </a:p>
        </p:txBody>
      </p:sp>
    </p:spTree>
    <p:extLst>
      <p:ext uri="{BB962C8B-B14F-4D97-AF65-F5344CB8AC3E}">
        <p14:creationId xmlns:p14="http://schemas.microsoft.com/office/powerpoint/2010/main" val="4565423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ES" dirty="0"/>
          </a:p>
        </p:txBody>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5"/>
          </p:nvPr>
        </p:nvSpPr>
        <p:spPr/>
        <p:txBody>
          <a:bodyPr/>
          <a:lstStyle/>
          <a:p>
            <a:pPr>
              <a:defRPr/>
            </a:pPr>
            <a:fld id="{FECB7313-92B5-47DD-B82E-069DA575136B}" type="slidenum">
              <a:rPr lang="es-ES" smtClean="0"/>
              <a:pPr>
                <a:defRPr/>
              </a:pPr>
              <a:t>10</a:t>
            </a:fld>
            <a:endParaRPr lang="es-ES" dirty="0"/>
          </a:p>
        </p:txBody>
      </p:sp>
    </p:spTree>
    <p:extLst>
      <p:ext uri="{BB962C8B-B14F-4D97-AF65-F5344CB8AC3E}">
        <p14:creationId xmlns:p14="http://schemas.microsoft.com/office/powerpoint/2010/main" val="30288471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ES" dirty="0"/>
          </a:p>
        </p:txBody>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5"/>
          </p:nvPr>
        </p:nvSpPr>
        <p:spPr/>
        <p:txBody>
          <a:bodyPr/>
          <a:lstStyle/>
          <a:p>
            <a:pPr>
              <a:defRPr/>
            </a:pPr>
            <a:fld id="{FECB7313-92B5-47DD-B82E-069DA575136B}" type="slidenum">
              <a:rPr lang="es-ES" smtClean="0"/>
              <a:pPr>
                <a:defRPr/>
              </a:pPr>
              <a:t>11</a:t>
            </a:fld>
            <a:endParaRPr lang="es-ES" dirty="0"/>
          </a:p>
        </p:txBody>
      </p:sp>
    </p:spTree>
    <p:extLst>
      <p:ext uri="{BB962C8B-B14F-4D97-AF65-F5344CB8AC3E}">
        <p14:creationId xmlns:p14="http://schemas.microsoft.com/office/powerpoint/2010/main" val="8478730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ES" dirty="0"/>
          </a:p>
        </p:txBody>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5"/>
          </p:nvPr>
        </p:nvSpPr>
        <p:spPr/>
        <p:txBody>
          <a:bodyPr/>
          <a:lstStyle/>
          <a:p>
            <a:pPr>
              <a:defRPr/>
            </a:pPr>
            <a:fld id="{FECB7313-92B5-47DD-B82E-069DA575136B}" type="slidenum">
              <a:rPr lang="es-ES" smtClean="0"/>
              <a:pPr>
                <a:defRPr/>
              </a:pPr>
              <a:t>12</a:t>
            </a:fld>
            <a:endParaRPr lang="es-ES" dirty="0"/>
          </a:p>
        </p:txBody>
      </p:sp>
    </p:spTree>
    <p:extLst>
      <p:ext uri="{BB962C8B-B14F-4D97-AF65-F5344CB8AC3E}">
        <p14:creationId xmlns:p14="http://schemas.microsoft.com/office/powerpoint/2010/main" val="30630809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ES" dirty="0"/>
          </a:p>
        </p:txBody>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5"/>
          </p:nvPr>
        </p:nvSpPr>
        <p:spPr/>
        <p:txBody>
          <a:bodyPr/>
          <a:lstStyle/>
          <a:p>
            <a:pPr>
              <a:defRPr/>
            </a:pPr>
            <a:fld id="{FECB7313-92B5-47DD-B82E-069DA575136B}" type="slidenum">
              <a:rPr lang="es-ES" smtClean="0"/>
              <a:pPr>
                <a:defRPr/>
              </a:pPr>
              <a:t>13</a:t>
            </a:fld>
            <a:endParaRPr lang="es-ES" dirty="0"/>
          </a:p>
        </p:txBody>
      </p:sp>
    </p:spTree>
    <p:extLst>
      <p:ext uri="{BB962C8B-B14F-4D97-AF65-F5344CB8AC3E}">
        <p14:creationId xmlns:p14="http://schemas.microsoft.com/office/powerpoint/2010/main" val="42525344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ES" dirty="0"/>
          </a:p>
        </p:txBody>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5"/>
          </p:nvPr>
        </p:nvSpPr>
        <p:spPr/>
        <p:txBody>
          <a:bodyPr/>
          <a:lstStyle/>
          <a:p>
            <a:pPr>
              <a:defRPr/>
            </a:pPr>
            <a:fld id="{FECB7313-92B5-47DD-B82E-069DA575136B}" type="slidenum">
              <a:rPr lang="es-ES" smtClean="0"/>
              <a:pPr>
                <a:defRPr/>
              </a:pPr>
              <a:t>14</a:t>
            </a:fld>
            <a:endParaRPr lang="es-ES" dirty="0"/>
          </a:p>
        </p:txBody>
      </p:sp>
    </p:spTree>
    <p:extLst>
      <p:ext uri="{BB962C8B-B14F-4D97-AF65-F5344CB8AC3E}">
        <p14:creationId xmlns:p14="http://schemas.microsoft.com/office/powerpoint/2010/main" val="34773666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ES" dirty="0"/>
          </a:p>
        </p:txBody>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5"/>
          </p:nvPr>
        </p:nvSpPr>
        <p:spPr/>
        <p:txBody>
          <a:bodyPr/>
          <a:lstStyle/>
          <a:p>
            <a:pPr>
              <a:defRPr/>
            </a:pPr>
            <a:fld id="{FECB7313-92B5-47DD-B82E-069DA575136B}" type="slidenum">
              <a:rPr lang="es-ES" smtClean="0"/>
              <a:pPr>
                <a:defRPr/>
              </a:pPr>
              <a:t>15</a:t>
            </a:fld>
            <a:endParaRPr lang="es-ES" dirty="0"/>
          </a:p>
        </p:txBody>
      </p:sp>
    </p:spTree>
    <p:extLst>
      <p:ext uri="{BB962C8B-B14F-4D97-AF65-F5344CB8AC3E}">
        <p14:creationId xmlns:p14="http://schemas.microsoft.com/office/powerpoint/2010/main" val="29113511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ES" dirty="0"/>
          </a:p>
        </p:txBody>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5"/>
          </p:nvPr>
        </p:nvSpPr>
        <p:spPr/>
        <p:txBody>
          <a:bodyPr/>
          <a:lstStyle/>
          <a:p>
            <a:pPr>
              <a:defRPr/>
            </a:pPr>
            <a:fld id="{FECB7313-92B5-47DD-B82E-069DA575136B}" type="slidenum">
              <a:rPr lang="es-ES" smtClean="0"/>
              <a:pPr>
                <a:defRPr/>
              </a:pPr>
              <a:t>16</a:t>
            </a:fld>
            <a:endParaRPr lang="es-ES" dirty="0"/>
          </a:p>
        </p:txBody>
      </p:sp>
    </p:spTree>
    <p:extLst>
      <p:ext uri="{BB962C8B-B14F-4D97-AF65-F5344CB8AC3E}">
        <p14:creationId xmlns:p14="http://schemas.microsoft.com/office/powerpoint/2010/main" val="2669436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ES" dirty="0"/>
          </a:p>
        </p:txBody>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5"/>
          </p:nvPr>
        </p:nvSpPr>
        <p:spPr/>
        <p:txBody>
          <a:bodyPr/>
          <a:lstStyle/>
          <a:p>
            <a:pPr>
              <a:defRPr/>
            </a:pPr>
            <a:fld id="{FECB7313-92B5-47DD-B82E-069DA575136B}" type="slidenum">
              <a:rPr lang="es-ES" smtClean="0"/>
              <a:pPr>
                <a:defRPr/>
              </a:pPr>
              <a:t>17</a:t>
            </a:fld>
            <a:endParaRPr lang="es-ES" dirty="0"/>
          </a:p>
        </p:txBody>
      </p:sp>
    </p:spTree>
    <p:extLst>
      <p:ext uri="{BB962C8B-B14F-4D97-AF65-F5344CB8AC3E}">
        <p14:creationId xmlns:p14="http://schemas.microsoft.com/office/powerpoint/2010/main" val="34039366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77E13-B4BF-DACE-5BE7-A19C7308E55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C294C00-6843-FB91-56BA-9325025FD30E}"/>
              </a:ext>
            </a:extLst>
          </p:cNvPr>
          <p:cNvSpPr>
            <a:spLocks noGrp="1" noRot="1" noChangeAspect="1"/>
          </p:cNvSpPr>
          <p:nvPr>
            <p:ph type="sldImg"/>
          </p:nvPr>
        </p:nvSpPr>
        <p:spPr/>
        <p:txBody>
          <a:bodyPr/>
          <a:lstStyle/>
          <a:p>
            <a:endParaRPr lang="es-ES" dirty="0"/>
          </a:p>
        </p:txBody>
      </p:sp>
      <p:sp>
        <p:nvSpPr>
          <p:cNvPr id="3" name="Marcador de notas 2">
            <a:extLst>
              <a:ext uri="{FF2B5EF4-FFF2-40B4-BE49-F238E27FC236}">
                <a16:creationId xmlns:a16="http://schemas.microsoft.com/office/drawing/2014/main" id="{E2941C0A-6A8F-62E5-A938-44AEAB080B2E}"/>
              </a:ext>
            </a:extLst>
          </p:cNvPr>
          <p:cNvSpPr>
            <a:spLocks noGrp="1"/>
          </p:cNvSpPr>
          <p:nvPr>
            <p:ph type="body" idx="1"/>
          </p:nvPr>
        </p:nvSpPr>
        <p:spPr/>
        <p:txBody>
          <a:bodyPr/>
          <a:lstStyle/>
          <a:p>
            <a:endParaRPr lang="en-US" dirty="0"/>
          </a:p>
        </p:txBody>
      </p:sp>
      <p:sp>
        <p:nvSpPr>
          <p:cNvPr id="4" name="Marcador de número de diapositiva 3">
            <a:extLst>
              <a:ext uri="{FF2B5EF4-FFF2-40B4-BE49-F238E27FC236}">
                <a16:creationId xmlns:a16="http://schemas.microsoft.com/office/drawing/2014/main" id="{5E51D291-0A0C-68D4-BAF3-11464562C9DD}"/>
              </a:ext>
            </a:extLst>
          </p:cNvPr>
          <p:cNvSpPr>
            <a:spLocks noGrp="1"/>
          </p:cNvSpPr>
          <p:nvPr>
            <p:ph type="sldNum" sz="quarter" idx="5"/>
          </p:nvPr>
        </p:nvSpPr>
        <p:spPr/>
        <p:txBody>
          <a:bodyPr/>
          <a:lstStyle/>
          <a:p>
            <a:pPr>
              <a:defRPr/>
            </a:pPr>
            <a:fld id="{FECB7313-92B5-47DD-B82E-069DA575136B}" type="slidenum">
              <a:rPr lang="es-ES" smtClean="0"/>
              <a:pPr>
                <a:defRPr/>
              </a:pPr>
              <a:t>18</a:t>
            </a:fld>
            <a:endParaRPr lang="es-ES" dirty="0"/>
          </a:p>
        </p:txBody>
      </p:sp>
    </p:spTree>
    <p:extLst>
      <p:ext uri="{BB962C8B-B14F-4D97-AF65-F5344CB8AC3E}">
        <p14:creationId xmlns:p14="http://schemas.microsoft.com/office/powerpoint/2010/main" val="12658677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2692400" y="512763"/>
            <a:ext cx="4543425" cy="2555875"/>
          </a:xfrm>
        </p:spPr>
        <p:txBody>
          <a:bodyPr/>
          <a:lstStyle/>
          <a:p>
            <a:endParaRPr lang="es-ES" dirty="0"/>
          </a:p>
        </p:txBody>
      </p:sp>
      <p:sp>
        <p:nvSpPr>
          <p:cNvPr id="3" name="Marcador de notas 2"/>
          <p:cNvSpPr>
            <a:spLocks noGrp="1"/>
          </p:cNvSpPr>
          <p:nvPr>
            <p:ph type="body" idx="1"/>
          </p:nvPr>
        </p:nvSpPr>
        <p:spPr/>
        <p:txBody>
          <a:bodyPr/>
          <a:lstStyle/>
          <a:p>
            <a:pPr marL="171887" indent="-171887">
              <a:buFont typeface="Arial" panose="020B0604020202020204" pitchFamily="34" charset="0"/>
              <a:buChar char="•"/>
            </a:pPr>
            <a:endParaRPr lang="es-ES" noProof="0" dirty="0"/>
          </a:p>
        </p:txBody>
      </p:sp>
      <p:sp>
        <p:nvSpPr>
          <p:cNvPr id="4" name="Marcador de número de diapositiva 3"/>
          <p:cNvSpPr>
            <a:spLocks noGrp="1"/>
          </p:cNvSpPr>
          <p:nvPr>
            <p:ph type="sldNum" sz="quarter" idx="10"/>
          </p:nvPr>
        </p:nvSpPr>
        <p:spPr/>
        <p:txBody>
          <a:bodyPr/>
          <a:lstStyle/>
          <a:p>
            <a:pPr defTabSz="458434">
              <a:defRPr/>
            </a:pPr>
            <a:fld id="{FECB7313-92B5-47DD-B82E-069DA575136B}" type="slidenum">
              <a:rPr lang="es-ES">
                <a:solidFill>
                  <a:srgbClr val="000000"/>
                </a:solidFill>
                <a:latin typeface="Calibri" panose="020F0502020204030204"/>
              </a:rPr>
              <a:pPr defTabSz="458434">
                <a:defRPr/>
              </a:pPr>
              <a:t>19</a:t>
            </a:fld>
            <a:endParaRPr lang="es-ES" dirty="0">
              <a:solidFill>
                <a:srgbClr val="000000"/>
              </a:solidFill>
              <a:latin typeface="Calibri" panose="020F0502020204030204"/>
            </a:endParaRPr>
          </a:p>
        </p:txBody>
      </p:sp>
    </p:spTree>
    <p:extLst>
      <p:ext uri="{BB962C8B-B14F-4D97-AF65-F5344CB8AC3E}">
        <p14:creationId xmlns:p14="http://schemas.microsoft.com/office/powerpoint/2010/main" val="13377238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ES" dirty="0"/>
          </a:p>
        </p:txBody>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5"/>
          </p:nvPr>
        </p:nvSpPr>
        <p:spPr/>
        <p:txBody>
          <a:bodyPr/>
          <a:lstStyle/>
          <a:p>
            <a:pPr>
              <a:defRPr/>
            </a:pPr>
            <a:fld id="{FECB7313-92B5-47DD-B82E-069DA575136B}" type="slidenum">
              <a:rPr lang="es-ES" smtClean="0"/>
              <a:pPr>
                <a:defRPr/>
              </a:pPr>
              <a:t>20</a:t>
            </a:fld>
            <a:endParaRPr lang="es-ES" dirty="0"/>
          </a:p>
        </p:txBody>
      </p:sp>
    </p:spTree>
    <p:extLst>
      <p:ext uri="{BB962C8B-B14F-4D97-AF65-F5344CB8AC3E}">
        <p14:creationId xmlns:p14="http://schemas.microsoft.com/office/powerpoint/2010/main" val="27713438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2692400" y="512763"/>
            <a:ext cx="4543425" cy="2555875"/>
          </a:xfrm>
        </p:spPr>
        <p:txBody>
          <a:bodyPr/>
          <a:lstStyle/>
          <a:p>
            <a:endParaRPr lang="es-ES" dirty="0"/>
          </a:p>
        </p:txBody>
      </p:sp>
      <p:sp>
        <p:nvSpPr>
          <p:cNvPr id="3" name="Marcador de notas 2"/>
          <p:cNvSpPr>
            <a:spLocks noGrp="1"/>
          </p:cNvSpPr>
          <p:nvPr>
            <p:ph type="body" idx="1"/>
          </p:nvPr>
        </p:nvSpPr>
        <p:spPr/>
        <p:txBody>
          <a:bodyPr/>
          <a:lstStyle/>
          <a:p>
            <a:pPr marL="171887" indent="-171887">
              <a:buFont typeface="Arial" panose="020B0604020202020204" pitchFamily="34" charset="0"/>
              <a:buChar char="•"/>
            </a:pPr>
            <a:endParaRPr lang="es-ES" noProof="0" dirty="0"/>
          </a:p>
        </p:txBody>
      </p:sp>
      <p:sp>
        <p:nvSpPr>
          <p:cNvPr id="4" name="Marcador de número de diapositiva 3"/>
          <p:cNvSpPr>
            <a:spLocks noGrp="1"/>
          </p:cNvSpPr>
          <p:nvPr>
            <p:ph type="sldNum" sz="quarter" idx="10"/>
          </p:nvPr>
        </p:nvSpPr>
        <p:spPr/>
        <p:txBody>
          <a:bodyPr/>
          <a:lstStyle/>
          <a:p>
            <a:pPr>
              <a:defRPr/>
            </a:pPr>
            <a:fld id="{FECB7313-92B5-47DD-B82E-069DA575136B}" type="slidenum">
              <a:rPr lang="es-ES" smtClean="0"/>
              <a:pPr>
                <a:defRPr/>
              </a:pPr>
              <a:t>21</a:t>
            </a:fld>
            <a:endParaRPr lang="es-ES" dirty="0"/>
          </a:p>
        </p:txBody>
      </p:sp>
    </p:spTree>
    <p:extLst>
      <p:ext uri="{BB962C8B-B14F-4D97-AF65-F5344CB8AC3E}">
        <p14:creationId xmlns:p14="http://schemas.microsoft.com/office/powerpoint/2010/main" val="22356982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Slide tipo en Castellano">
    <p:spTree>
      <p:nvGrpSpPr>
        <p:cNvPr id="1" name=""/>
        <p:cNvGrpSpPr/>
        <p:nvPr/>
      </p:nvGrpSpPr>
      <p:grpSpPr>
        <a:xfrm>
          <a:off x="0" y="0"/>
          <a:ext cx="0" cy="0"/>
          <a:chOff x="0" y="0"/>
          <a:chExt cx="0" cy="0"/>
        </a:xfrm>
      </p:grpSpPr>
      <p:sp>
        <p:nvSpPr>
          <p:cNvPr id="8" name="Slide Number Placeholder 2">
            <a:extLst>
              <a:ext uri="{FF2B5EF4-FFF2-40B4-BE49-F238E27FC236}">
                <a16:creationId xmlns:a16="http://schemas.microsoft.com/office/drawing/2014/main" id="{D4C689DC-FE85-A108-9C69-C5B871C980BB}"/>
              </a:ext>
            </a:extLst>
          </p:cNvPr>
          <p:cNvSpPr>
            <a:spLocks noGrp="1"/>
          </p:cNvSpPr>
          <p:nvPr>
            <p:ph type="sldNum" sz="quarter" idx="4"/>
          </p:nvPr>
        </p:nvSpPr>
        <p:spPr>
          <a:xfrm>
            <a:off x="191344" y="6477216"/>
            <a:ext cx="505019" cy="180000"/>
          </a:xfrm>
        </p:spPr>
        <p:txBody>
          <a:bodyPr/>
          <a:lstStyle/>
          <a:p>
            <a:fld id="{6569C854-9955-467A-873C-E541C97C6FA2}" type="slidenum">
              <a:rPr lang="en-US" smtClean="0"/>
              <a:t>‹Nº›</a:t>
            </a:fld>
            <a:endParaRPr lang="en-US" dirty="0"/>
          </a:p>
        </p:txBody>
      </p:sp>
      <p:sp>
        <p:nvSpPr>
          <p:cNvPr id="9" name="Marcador de pie de página 2">
            <a:extLst>
              <a:ext uri="{FF2B5EF4-FFF2-40B4-BE49-F238E27FC236}">
                <a16:creationId xmlns:a16="http://schemas.microsoft.com/office/drawing/2014/main" id="{10AEF06D-1258-1751-F89E-44D0C4925852}"/>
              </a:ext>
            </a:extLst>
          </p:cNvPr>
          <p:cNvSpPr>
            <a:spLocks noGrp="1"/>
          </p:cNvSpPr>
          <p:nvPr>
            <p:ph type="ftr" sz="quarter" idx="3"/>
          </p:nvPr>
        </p:nvSpPr>
        <p:spPr>
          <a:xfrm>
            <a:off x="767408" y="6495992"/>
            <a:ext cx="7153350" cy="322448"/>
          </a:xfrm>
        </p:spPr>
        <p:txBody>
          <a:bodyPr/>
          <a:lstStyle/>
          <a:p>
            <a:r>
              <a:rPr lang="es-ES" sz="1050" dirty="0"/>
              <a:t>INNOVACIÓN EN ALMACENAMIENTO Y CADENA DE SUMINISTRO</a:t>
            </a:r>
          </a:p>
          <a:p>
            <a:endParaRPr lang="en-GB" dirty="0"/>
          </a:p>
        </p:txBody>
      </p:sp>
    </p:spTree>
    <p:extLst>
      <p:ext uri="{BB962C8B-B14F-4D97-AF65-F5344CB8AC3E}">
        <p14:creationId xmlns:p14="http://schemas.microsoft.com/office/powerpoint/2010/main" val="551436236"/>
      </p:ext>
    </p:extLst>
  </p:cSld>
  <p:clrMapOvr>
    <a:masterClrMapping/>
  </p:clrMapOvr>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Slide tipo en Inglés">
    <p:spTree>
      <p:nvGrpSpPr>
        <p:cNvPr id="1" name=""/>
        <p:cNvGrpSpPr/>
        <p:nvPr/>
      </p:nvGrpSpPr>
      <p:grpSpPr>
        <a:xfrm>
          <a:off x="0" y="0"/>
          <a:ext cx="0" cy="0"/>
          <a:chOff x="0" y="0"/>
          <a:chExt cx="0" cy="0"/>
        </a:xfrm>
      </p:grpSpPr>
      <p:sp>
        <p:nvSpPr>
          <p:cNvPr id="2" name="Title 1"/>
          <p:cNvSpPr>
            <a:spLocks noGrp="1"/>
          </p:cNvSpPr>
          <p:nvPr>
            <p:ph type="title"/>
          </p:nvPr>
        </p:nvSpPr>
        <p:spPr>
          <a:xfrm>
            <a:off x="767408" y="365125"/>
            <a:ext cx="10515600" cy="1325563"/>
          </a:xfrm>
          <a:prstGeom prst="rect">
            <a:avLst/>
          </a:prstGeom>
        </p:spPr>
        <p:txBody>
          <a:bodyPr/>
          <a:lstStyle/>
          <a:p>
            <a:r>
              <a:rPr lang="es-ES"/>
              <a:t>Haga clic para modificar el estilo de título del patrón</a:t>
            </a:r>
            <a:endParaRPr lang="en-US"/>
          </a:p>
        </p:txBody>
      </p:sp>
      <p:sp>
        <p:nvSpPr>
          <p:cNvPr id="6" name="Marcador de pie de página 4">
            <a:extLst>
              <a:ext uri="{FF2B5EF4-FFF2-40B4-BE49-F238E27FC236}">
                <a16:creationId xmlns:a16="http://schemas.microsoft.com/office/drawing/2014/main" id="{9511E7CD-131C-5A4F-A225-1903EA5D1C1E}"/>
              </a:ext>
            </a:extLst>
          </p:cNvPr>
          <p:cNvSpPr>
            <a:spLocks noGrp="1"/>
          </p:cNvSpPr>
          <p:nvPr>
            <p:ph type="ftr" sz="quarter" idx="3"/>
          </p:nvPr>
        </p:nvSpPr>
        <p:spPr>
          <a:xfrm>
            <a:off x="767408" y="6477216"/>
            <a:ext cx="7153350" cy="180000"/>
          </a:xfrm>
          <a:prstGeom prst="rect">
            <a:avLst/>
          </a:prstGeom>
        </p:spPr>
        <p:txBody>
          <a:bodyPr vert="horz" lIns="0" tIns="0" rIns="0" bIns="0" rtlCol="0" anchor="ctr"/>
          <a:lstStyle>
            <a:lvl1pPr algn="l">
              <a:defRPr lang="en-US" sz="1050" b="0" kern="1200" smtClean="0">
                <a:solidFill>
                  <a:srgbClr val="005198"/>
                </a:solidFill>
                <a:latin typeface="Arial"/>
                <a:ea typeface="+mn-ea"/>
                <a:cs typeface="+mn-cs"/>
              </a:defRPr>
            </a:lvl1pPr>
          </a:lstStyle>
          <a:p>
            <a:r>
              <a:rPr lang="es-ES" dirty="0"/>
              <a:t>INNOVATION IN WAREHOUSING AND SUPPLY CHAIN</a:t>
            </a:r>
          </a:p>
        </p:txBody>
      </p:sp>
      <p:sp>
        <p:nvSpPr>
          <p:cNvPr id="7" name="Marcador de número de diapositiva 5">
            <a:extLst>
              <a:ext uri="{FF2B5EF4-FFF2-40B4-BE49-F238E27FC236}">
                <a16:creationId xmlns:a16="http://schemas.microsoft.com/office/drawing/2014/main" id="{11A26403-8DDD-334F-B272-9B7A6D577587}"/>
              </a:ext>
            </a:extLst>
          </p:cNvPr>
          <p:cNvSpPr>
            <a:spLocks noGrp="1"/>
          </p:cNvSpPr>
          <p:nvPr>
            <p:ph type="sldNum" sz="quarter" idx="4"/>
          </p:nvPr>
        </p:nvSpPr>
        <p:spPr>
          <a:xfrm>
            <a:off x="191344" y="6477216"/>
            <a:ext cx="505019" cy="180000"/>
          </a:xfrm>
          <a:prstGeom prst="rect">
            <a:avLst/>
          </a:prstGeom>
        </p:spPr>
        <p:txBody>
          <a:bodyPr vert="horz" lIns="0" tIns="0" rIns="0" bIns="0" rtlCol="0" anchor="ctr"/>
          <a:lstStyle>
            <a:lvl1pPr algn="r">
              <a:defRPr sz="1050" b="1">
                <a:solidFill>
                  <a:srgbClr val="005198"/>
                </a:solidFill>
              </a:defRPr>
            </a:lvl1pPr>
          </a:lstStyle>
          <a:p>
            <a:fld id="{6569C854-9955-467A-873C-E541C97C6FA2}" type="slidenum">
              <a:rPr lang="en-US" smtClean="0"/>
              <a:t>‹Nº›</a:t>
            </a:fld>
            <a:endParaRPr lang="en-US" dirty="0"/>
          </a:p>
        </p:txBody>
      </p:sp>
    </p:spTree>
    <p:extLst>
      <p:ext uri="{BB962C8B-B14F-4D97-AF65-F5344CB8AC3E}">
        <p14:creationId xmlns:p14="http://schemas.microsoft.com/office/powerpoint/2010/main" val="1124015668"/>
      </p:ext>
    </p:extLst>
  </p:cSld>
  <p:clrMapOvr>
    <a:masterClrMapping/>
  </p:clrMapOvr>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s-ES"/>
              <a:t>Haga clic para modificar el estilo de título del patrón</a:t>
            </a:r>
            <a:endParaRPr lang="en-US"/>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a:p>
        </p:txBody>
      </p:sp>
      <p:sp>
        <p:nvSpPr>
          <p:cNvPr id="7" name="Marcador de pie de página 4">
            <a:extLst>
              <a:ext uri="{FF2B5EF4-FFF2-40B4-BE49-F238E27FC236}">
                <a16:creationId xmlns:a16="http://schemas.microsoft.com/office/drawing/2014/main" id="{08C3655C-D275-404A-BEF0-5D357D20ADD3}"/>
              </a:ext>
            </a:extLst>
          </p:cNvPr>
          <p:cNvSpPr>
            <a:spLocks noGrp="1"/>
          </p:cNvSpPr>
          <p:nvPr>
            <p:ph type="ftr" sz="quarter" idx="3"/>
          </p:nvPr>
        </p:nvSpPr>
        <p:spPr>
          <a:xfrm>
            <a:off x="767408" y="6477216"/>
            <a:ext cx="7153350" cy="180000"/>
          </a:xfrm>
          <a:prstGeom prst="rect">
            <a:avLst/>
          </a:prstGeom>
        </p:spPr>
        <p:txBody>
          <a:bodyPr vert="horz" lIns="0" tIns="0" rIns="0" bIns="0" rtlCol="0" anchor="ctr"/>
          <a:lstStyle>
            <a:lvl1pPr algn="l">
              <a:defRPr lang="en-US" sz="1050" b="0" kern="1200" smtClean="0">
                <a:solidFill>
                  <a:srgbClr val="005198"/>
                </a:solidFill>
                <a:latin typeface="Arial"/>
                <a:ea typeface="+mn-ea"/>
                <a:cs typeface="+mn-cs"/>
              </a:defRPr>
            </a:lvl1pPr>
          </a:lstStyle>
          <a:p>
            <a:r>
              <a:rPr lang="es-ES" dirty="0"/>
              <a:t>INNOVATION IN WAREHOUSING AND SUPPLY CHAIN</a:t>
            </a:r>
          </a:p>
        </p:txBody>
      </p:sp>
      <p:sp>
        <p:nvSpPr>
          <p:cNvPr id="8" name="Marcador de número de diapositiva 5">
            <a:extLst>
              <a:ext uri="{FF2B5EF4-FFF2-40B4-BE49-F238E27FC236}">
                <a16:creationId xmlns:a16="http://schemas.microsoft.com/office/drawing/2014/main" id="{0581A0E5-5E75-724B-AB66-7F97B986B761}"/>
              </a:ext>
            </a:extLst>
          </p:cNvPr>
          <p:cNvSpPr>
            <a:spLocks noGrp="1"/>
          </p:cNvSpPr>
          <p:nvPr>
            <p:ph type="sldNum" sz="quarter" idx="4"/>
          </p:nvPr>
        </p:nvSpPr>
        <p:spPr>
          <a:xfrm>
            <a:off x="191344" y="6477216"/>
            <a:ext cx="505019" cy="180000"/>
          </a:xfrm>
          <a:prstGeom prst="rect">
            <a:avLst/>
          </a:prstGeom>
        </p:spPr>
        <p:txBody>
          <a:bodyPr vert="horz" lIns="0" tIns="0" rIns="0" bIns="0" rtlCol="0" anchor="ctr"/>
          <a:lstStyle>
            <a:lvl1pPr algn="r">
              <a:defRPr sz="1050" b="1">
                <a:solidFill>
                  <a:srgbClr val="005198"/>
                </a:solidFill>
              </a:defRPr>
            </a:lvl1pPr>
          </a:lstStyle>
          <a:p>
            <a:fld id="{6569C854-9955-467A-873C-E541C97C6FA2}" type="slidenum">
              <a:rPr lang="en-US" smtClean="0"/>
              <a:t>‹Nº›</a:t>
            </a:fld>
            <a:endParaRPr lang="en-US" dirty="0"/>
          </a:p>
        </p:txBody>
      </p:sp>
    </p:spTree>
    <p:extLst>
      <p:ext uri="{BB962C8B-B14F-4D97-AF65-F5344CB8AC3E}">
        <p14:creationId xmlns:p14="http://schemas.microsoft.com/office/powerpoint/2010/main" val="929365676"/>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a:xfrm>
            <a:off x="767408" y="365125"/>
            <a:ext cx="10515600" cy="1325563"/>
          </a:xfrm>
          <a:prstGeom prst="rect">
            <a:avLst/>
          </a:prstGeom>
        </p:spPr>
        <p:txBody>
          <a:bodyPr/>
          <a:lstStyle/>
          <a:p>
            <a:r>
              <a:rPr lang="es-ES"/>
              <a:t>Haga clic para modificar el estilo de título del patrón</a:t>
            </a:r>
            <a:endParaRPr lang="en-US"/>
          </a:p>
        </p:txBody>
      </p:sp>
      <p:sp>
        <p:nvSpPr>
          <p:cNvPr id="3" name="Content Placeholder 2"/>
          <p:cNvSpPr>
            <a:spLocks noGrp="1"/>
          </p:cNvSpPr>
          <p:nvPr>
            <p:ph idx="1"/>
          </p:nvPr>
        </p:nvSpPr>
        <p:spPr>
          <a:xfrm>
            <a:off x="767408" y="1825625"/>
            <a:ext cx="10515600" cy="4351338"/>
          </a:xfrm>
          <a:prstGeom prst="rect">
            <a:avLst/>
          </a:prstGeo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7" name="Marcador de pie de página 4">
            <a:extLst>
              <a:ext uri="{FF2B5EF4-FFF2-40B4-BE49-F238E27FC236}">
                <a16:creationId xmlns:a16="http://schemas.microsoft.com/office/drawing/2014/main" id="{EF0294C6-F5D9-3440-BA00-C5F99E0621C0}"/>
              </a:ext>
            </a:extLst>
          </p:cNvPr>
          <p:cNvSpPr>
            <a:spLocks noGrp="1"/>
          </p:cNvSpPr>
          <p:nvPr>
            <p:ph type="ftr" sz="quarter" idx="3"/>
          </p:nvPr>
        </p:nvSpPr>
        <p:spPr>
          <a:xfrm>
            <a:off x="767408" y="6477216"/>
            <a:ext cx="7153350" cy="180000"/>
          </a:xfrm>
          <a:prstGeom prst="rect">
            <a:avLst/>
          </a:prstGeom>
        </p:spPr>
        <p:txBody>
          <a:bodyPr vert="horz" lIns="0" tIns="0" rIns="0" bIns="0" rtlCol="0" anchor="ctr"/>
          <a:lstStyle>
            <a:lvl1pPr algn="l">
              <a:defRPr lang="en-US" sz="1050" b="0" kern="1200" smtClean="0">
                <a:solidFill>
                  <a:srgbClr val="005198"/>
                </a:solidFill>
                <a:latin typeface="Arial"/>
                <a:ea typeface="+mn-ea"/>
                <a:cs typeface="+mn-cs"/>
              </a:defRPr>
            </a:lvl1pPr>
          </a:lstStyle>
          <a:p>
            <a:r>
              <a:rPr lang="es-ES" dirty="0"/>
              <a:t>INNOVATION IN WAREHOUSING AND SUPPLY CHAIN</a:t>
            </a:r>
          </a:p>
        </p:txBody>
      </p:sp>
      <p:sp>
        <p:nvSpPr>
          <p:cNvPr id="8" name="Marcador de número de diapositiva 5">
            <a:extLst>
              <a:ext uri="{FF2B5EF4-FFF2-40B4-BE49-F238E27FC236}">
                <a16:creationId xmlns:a16="http://schemas.microsoft.com/office/drawing/2014/main" id="{C823EE52-E00A-2645-8E69-C7B6980D7898}"/>
              </a:ext>
            </a:extLst>
          </p:cNvPr>
          <p:cNvSpPr>
            <a:spLocks noGrp="1"/>
          </p:cNvSpPr>
          <p:nvPr>
            <p:ph type="sldNum" sz="quarter" idx="4"/>
          </p:nvPr>
        </p:nvSpPr>
        <p:spPr>
          <a:xfrm>
            <a:off x="191344" y="6477216"/>
            <a:ext cx="505019" cy="180000"/>
          </a:xfrm>
          <a:prstGeom prst="rect">
            <a:avLst/>
          </a:prstGeom>
        </p:spPr>
        <p:txBody>
          <a:bodyPr vert="horz" lIns="0" tIns="0" rIns="0" bIns="0" rtlCol="0" anchor="ctr"/>
          <a:lstStyle>
            <a:lvl1pPr algn="r">
              <a:defRPr sz="1050" b="1">
                <a:solidFill>
                  <a:srgbClr val="005198"/>
                </a:solidFill>
              </a:defRPr>
            </a:lvl1pPr>
          </a:lstStyle>
          <a:p>
            <a:fld id="{6569C854-9955-467A-873C-E541C97C6FA2}" type="slidenum">
              <a:rPr lang="en-US" smtClean="0"/>
              <a:t>‹Nº›</a:t>
            </a:fld>
            <a:endParaRPr lang="en-US" dirty="0"/>
          </a:p>
        </p:txBody>
      </p:sp>
    </p:spTree>
    <p:extLst>
      <p:ext uri="{BB962C8B-B14F-4D97-AF65-F5344CB8AC3E}">
        <p14:creationId xmlns:p14="http://schemas.microsoft.com/office/powerpoint/2010/main" val="3873044099"/>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s-ES"/>
              <a:t>Haga clic para modificar el estilo de título del patrón</a:t>
            </a:r>
            <a:endParaRPr lang="en-US"/>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7" name="Marcador de pie de página 4">
            <a:extLst>
              <a:ext uri="{FF2B5EF4-FFF2-40B4-BE49-F238E27FC236}">
                <a16:creationId xmlns:a16="http://schemas.microsoft.com/office/drawing/2014/main" id="{95D54DBA-42E9-CC43-8017-81428F6778F0}"/>
              </a:ext>
            </a:extLst>
          </p:cNvPr>
          <p:cNvSpPr>
            <a:spLocks noGrp="1"/>
          </p:cNvSpPr>
          <p:nvPr>
            <p:ph type="ftr" sz="quarter" idx="3"/>
          </p:nvPr>
        </p:nvSpPr>
        <p:spPr>
          <a:xfrm>
            <a:off x="767408" y="6477216"/>
            <a:ext cx="7153350" cy="180000"/>
          </a:xfrm>
          <a:prstGeom prst="rect">
            <a:avLst/>
          </a:prstGeom>
        </p:spPr>
        <p:txBody>
          <a:bodyPr vert="horz" lIns="0" tIns="0" rIns="0" bIns="0" rtlCol="0" anchor="ctr"/>
          <a:lstStyle>
            <a:lvl1pPr algn="l">
              <a:defRPr lang="en-US" sz="1050" b="0" kern="1200" smtClean="0">
                <a:solidFill>
                  <a:srgbClr val="005198"/>
                </a:solidFill>
                <a:latin typeface="Arial"/>
                <a:ea typeface="+mn-ea"/>
                <a:cs typeface="+mn-cs"/>
              </a:defRPr>
            </a:lvl1pPr>
          </a:lstStyle>
          <a:p>
            <a:r>
              <a:rPr lang="es-ES" dirty="0"/>
              <a:t>INNOVATION IN WAREHOUSING AND SUPPLY CHAIN</a:t>
            </a:r>
          </a:p>
        </p:txBody>
      </p:sp>
      <p:sp>
        <p:nvSpPr>
          <p:cNvPr id="8" name="Marcador de número de diapositiva 5">
            <a:extLst>
              <a:ext uri="{FF2B5EF4-FFF2-40B4-BE49-F238E27FC236}">
                <a16:creationId xmlns:a16="http://schemas.microsoft.com/office/drawing/2014/main" id="{5C2ABC5D-1EDA-9D46-B159-AA0DF199D13A}"/>
              </a:ext>
            </a:extLst>
          </p:cNvPr>
          <p:cNvSpPr>
            <a:spLocks noGrp="1"/>
          </p:cNvSpPr>
          <p:nvPr>
            <p:ph type="sldNum" sz="quarter" idx="4"/>
          </p:nvPr>
        </p:nvSpPr>
        <p:spPr>
          <a:xfrm>
            <a:off x="191344" y="6477216"/>
            <a:ext cx="505019" cy="180000"/>
          </a:xfrm>
          <a:prstGeom prst="rect">
            <a:avLst/>
          </a:prstGeom>
        </p:spPr>
        <p:txBody>
          <a:bodyPr vert="horz" lIns="0" tIns="0" rIns="0" bIns="0" rtlCol="0" anchor="ctr"/>
          <a:lstStyle>
            <a:lvl1pPr algn="r">
              <a:defRPr sz="1050" b="1">
                <a:solidFill>
                  <a:srgbClr val="005198"/>
                </a:solidFill>
              </a:defRPr>
            </a:lvl1pPr>
          </a:lstStyle>
          <a:p>
            <a:fld id="{6569C854-9955-467A-873C-E541C97C6FA2}" type="slidenum">
              <a:rPr lang="en-US" smtClean="0"/>
              <a:t>‹Nº›</a:t>
            </a:fld>
            <a:endParaRPr lang="en-US" dirty="0"/>
          </a:p>
        </p:txBody>
      </p:sp>
    </p:spTree>
    <p:extLst>
      <p:ext uri="{BB962C8B-B14F-4D97-AF65-F5344CB8AC3E}">
        <p14:creationId xmlns:p14="http://schemas.microsoft.com/office/powerpoint/2010/main" val="4220050191"/>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a:xfrm>
            <a:off x="767408" y="365125"/>
            <a:ext cx="10515600" cy="1325563"/>
          </a:xfrm>
          <a:prstGeom prst="rect">
            <a:avLst/>
          </a:prstGeom>
        </p:spPr>
        <p:txBody>
          <a:bodyPr/>
          <a:lstStyle/>
          <a:p>
            <a:r>
              <a:rPr lang="es-ES"/>
              <a:t>Haga clic para modificar el estilo de título del patrón</a:t>
            </a:r>
            <a:endParaRPr lang="en-US"/>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8" name="Marcador de pie de página 4">
            <a:extLst>
              <a:ext uri="{FF2B5EF4-FFF2-40B4-BE49-F238E27FC236}">
                <a16:creationId xmlns:a16="http://schemas.microsoft.com/office/drawing/2014/main" id="{A64F904F-C697-374A-B76B-9AD547AEA7FE}"/>
              </a:ext>
            </a:extLst>
          </p:cNvPr>
          <p:cNvSpPr>
            <a:spLocks noGrp="1"/>
          </p:cNvSpPr>
          <p:nvPr>
            <p:ph type="ftr" sz="quarter" idx="3"/>
          </p:nvPr>
        </p:nvSpPr>
        <p:spPr>
          <a:xfrm>
            <a:off x="767408" y="6477216"/>
            <a:ext cx="7153350" cy="180000"/>
          </a:xfrm>
          <a:prstGeom prst="rect">
            <a:avLst/>
          </a:prstGeom>
        </p:spPr>
        <p:txBody>
          <a:bodyPr vert="horz" lIns="0" tIns="0" rIns="0" bIns="0" rtlCol="0" anchor="ctr"/>
          <a:lstStyle>
            <a:lvl1pPr algn="l">
              <a:defRPr lang="en-US" sz="1050" b="0" kern="1200" smtClean="0">
                <a:solidFill>
                  <a:srgbClr val="005198"/>
                </a:solidFill>
                <a:latin typeface="Arial"/>
                <a:ea typeface="+mn-ea"/>
                <a:cs typeface="+mn-cs"/>
              </a:defRPr>
            </a:lvl1pPr>
          </a:lstStyle>
          <a:p>
            <a:r>
              <a:rPr lang="es-ES" dirty="0"/>
              <a:t>INNOVATION IN WAREHOUSING AND SUPPLY CHAIN</a:t>
            </a:r>
          </a:p>
        </p:txBody>
      </p:sp>
      <p:sp>
        <p:nvSpPr>
          <p:cNvPr id="9" name="Marcador de número de diapositiva 5">
            <a:extLst>
              <a:ext uri="{FF2B5EF4-FFF2-40B4-BE49-F238E27FC236}">
                <a16:creationId xmlns:a16="http://schemas.microsoft.com/office/drawing/2014/main" id="{B4FC836C-567B-1145-A62A-79005BE2B33B}"/>
              </a:ext>
            </a:extLst>
          </p:cNvPr>
          <p:cNvSpPr>
            <a:spLocks noGrp="1"/>
          </p:cNvSpPr>
          <p:nvPr>
            <p:ph type="sldNum" sz="quarter" idx="4"/>
          </p:nvPr>
        </p:nvSpPr>
        <p:spPr>
          <a:xfrm>
            <a:off x="191344" y="6477216"/>
            <a:ext cx="505019" cy="180000"/>
          </a:xfrm>
          <a:prstGeom prst="rect">
            <a:avLst/>
          </a:prstGeom>
        </p:spPr>
        <p:txBody>
          <a:bodyPr vert="horz" lIns="0" tIns="0" rIns="0" bIns="0" rtlCol="0" anchor="ctr"/>
          <a:lstStyle>
            <a:lvl1pPr algn="r">
              <a:defRPr sz="1050" b="1">
                <a:solidFill>
                  <a:srgbClr val="005198"/>
                </a:solidFill>
              </a:defRPr>
            </a:lvl1pPr>
          </a:lstStyle>
          <a:p>
            <a:fld id="{6569C854-9955-467A-873C-E541C97C6FA2}" type="slidenum">
              <a:rPr lang="en-US" smtClean="0"/>
              <a:t>‹Nº›</a:t>
            </a:fld>
            <a:endParaRPr lang="en-US" dirty="0"/>
          </a:p>
        </p:txBody>
      </p:sp>
    </p:spTree>
    <p:extLst>
      <p:ext uri="{BB962C8B-B14F-4D97-AF65-F5344CB8AC3E}">
        <p14:creationId xmlns:p14="http://schemas.microsoft.com/office/powerpoint/2010/main" val="214618386"/>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s-ES"/>
              <a:t>Haga clic para modificar el estilo de título del patrón</a:t>
            </a:r>
            <a:endParaRPr lang="en-US"/>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10" name="Marcador de pie de página 4">
            <a:extLst>
              <a:ext uri="{FF2B5EF4-FFF2-40B4-BE49-F238E27FC236}">
                <a16:creationId xmlns:a16="http://schemas.microsoft.com/office/drawing/2014/main" id="{844EADC2-12DC-8E47-9F4B-8FF7F106D284}"/>
              </a:ext>
            </a:extLst>
          </p:cNvPr>
          <p:cNvSpPr>
            <a:spLocks noGrp="1"/>
          </p:cNvSpPr>
          <p:nvPr>
            <p:ph type="ftr" sz="quarter" idx="10"/>
          </p:nvPr>
        </p:nvSpPr>
        <p:spPr>
          <a:xfrm>
            <a:off x="767408" y="6477216"/>
            <a:ext cx="7153350" cy="180000"/>
          </a:xfrm>
          <a:prstGeom prst="rect">
            <a:avLst/>
          </a:prstGeom>
        </p:spPr>
        <p:txBody>
          <a:bodyPr vert="horz" lIns="0" tIns="0" rIns="0" bIns="0" rtlCol="0" anchor="ctr"/>
          <a:lstStyle>
            <a:lvl1pPr algn="l">
              <a:defRPr lang="en-US" sz="1050" b="0" kern="1200" smtClean="0">
                <a:solidFill>
                  <a:srgbClr val="005198"/>
                </a:solidFill>
                <a:latin typeface="Arial"/>
                <a:ea typeface="+mn-ea"/>
                <a:cs typeface="+mn-cs"/>
              </a:defRPr>
            </a:lvl1pPr>
          </a:lstStyle>
          <a:p>
            <a:r>
              <a:rPr lang="es-ES" dirty="0"/>
              <a:t>INNOVATION IN WAREHOUSING AND SUPPLY CHAIN</a:t>
            </a:r>
          </a:p>
        </p:txBody>
      </p:sp>
      <p:sp>
        <p:nvSpPr>
          <p:cNvPr id="11" name="Marcador de número de diapositiva 5">
            <a:extLst>
              <a:ext uri="{FF2B5EF4-FFF2-40B4-BE49-F238E27FC236}">
                <a16:creationId xmlns:a16="http://schemas.microsoft.com/office/drawing/2014/main" id="{7414AA3E-3AB8-0344-B6A8-E2553711E53B}"/>
              </a:ext>
            </a:extLst>
          </p:cNvPr>
          <p:cNvSpPr>
            <a:spLocks noGrp="1"/>
          </p:cNvSpPr>
          <p:nvPr>
            <p:ph type="sldNum" sz="quarter" idx="11"/>
          </p:nvPr>
        </p:nvSpPr>
        <p:spPr>
          <a:xfrm>
            <a:off x="191344" y="6477216"/>
            <a:ext cx="505019" cy="180000"/>
          </a:xfrm>
          <a:prstGeom prst="rect">
            <a:avLst/>
          </a:prstGeom>
        </p:spPr>
        <p:txBody>
          <a:bodyPr vert="horz" lIns="0" tIns="0" rIns="0" bIns="0" rtlCol="0" anchor="ctr"/>
          <a:lstStyle>
            <a:lvl1pPr algn="r">
              <a:defRPr sz="1050" b="1">
                <a:solidFill>
                  <a:srgbClr val="005198"/>
                </a:solidFill>
              </a:defRPr>
            </a:lvl1pPr>
          </a:lstStyle>
          <a:p>
            <a:fld id="{6569C854-9955-467A-873C-E541C97C6FA2}" type="slidenum">
              <a:rPr lang="en-US" smtClean="0"/>
              <a:t>‹Nº›</a:t>
            </a:fld>
            <a:endParaRPr lang="en-US" dirty="0"/>
          </a:p>
        </p:txBody>
      </p:sp>
    </p:spTree>
    <p:extLst>
      <p:ext uri="{BB962C8B-B14F-4D97-AF65-F5344CB8AC3E}">
        <p14:creationId xmlns:p14="http://schemas.microsoft.com/office/powerpoint/2010/main" val="2184386473"/>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s-ES"/>
              <a:t>Haga clic para modificar el estilo de título del patrón</a:t>
            </a:r>
            <a:endParaRPr lang="en-US"/>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8" name="Marcador de pie de página 4">
            <a:extLst>
              <a:ext uri="{FF2B5EF4-FFF2-40B4-BE49-F238E27FC236}">
                <a16:creationId xmlns:a16="http://schemas.microsoft.com/office/drawing/2014/main" id="{C43FC488-EA2A-C548-BDBF-CFFEE84D8DEA}"/>
              </a:ext>
            </a:extLst>
          </p:cNvPr>
          <p:cNvSpPr>
            <a:spLocks noGrp="1"/>
          </p:cNvSpPr>
          <p:nvPr>
            <p:ph type="ftr" sz="quarter" idx="3"/>
          </p:nvPr>
        </p:nvSpPr>
        <p:spPr>
          <a:xfrm>
            <a:off x="767408" y="6477216"/>
            <a:ext cx="7153350" cy="180000"/>
          </a:xfrm>
          <a:prstGeom prst="rect">
            <a:avLst/>
          </a:prstGeom>
        </p:spPr>
        <p:txBody>
          <a:bodyPr vert="horz" lIns="0" tIns="0" rIns="0" bIns="0" rtlCol="0" anchor="ctr"/>
          <a:lstStyle>
            <a:lvl1pPr algn="l">
              <a:defRPr lang="en-US" sz="1050" b="0" kern="1200" smtClean="0">
                <a:solidFill>
                  <a:srgbClr val="005198"/>
                </a:solidFill>
                <a:latin typeface="Arial"/>
                <a:ea typeface="+mn-ea"/>
                <a:cs typeface="+mn-cs"/>
              </a:defRPr>
            </a:lvl1pPr>
          </a:lstStyle>
          <a:p>
            <a:r>
              <a:rPr lang="es-ES" dirty="0"/>
              <a:t>INNOVATION IN WAREHOUSING AND SUPPLY CHAIN</a:t>
            </a:r>
          </a:p>
        </p:txBody>
      </p:sp>
      <p:sp>
        <p:nvSpPr>
          <p:cNvPr id="9" name="Marcador de número de diapositiva 5">
            <a:extLst>
              <a:ext uri="{FF2B5EF4-FFF2-40B4-BE49-F238E27FC236}">
                <a16:creationId xmlns:a16="http://schemas.microsoft.com/office/drawing/2014/main" id="{EE0C8CAB-B714-1748-A77F-569F6E2040D9}"/>
              </a:ext>
            </a:extLst>
          </p:cNvPr>
          <p:cNvSpPr>
            <a:spLocks noGrp="1"/>
          </p:cNvSpPr>
          <p:nvPr>
            <p:ph type="sldNum" sz="quarter" idx="4"/>
          </p:nvPr>
        </p:nvSpPr>
        <p:spPr>
          <a:xfrm>
            <a:off x="191344" y="6477216"/>
            <a:ext cx="505019" cy="180000"/>
          </a:xfrm>
          <a:prstGeom prst="rect">
            <a:avLst/>
          </a:prstGeom>
        </p:spPr>
        <p:txBody>
          <a:bodyPr vert="horz" lIns="0" tIns="0" rIns="0" bIns="0" rtlCol="0" anchor="ctr"/>
          <a:lstStyle>
            <a:lvl1pPr algn="r">
              <a:defRPr sz="1050" b="1">
                <a:solidFill>
                  <a:srgbClr val="005198"/>
                </a:solidFill>
              </a:defRPr>
            </a:lvl1pPr>
          </a:lstStyle>
          <a:p>
            <a:fld id="{6569C854-9955-467A-873C-E541C97C6FA2}" type="slidenum">
              <a:rPr lang="en-US" smtClean="0"/>
              <a:t>‹Nº›</a:t>
            </a:fld>
            <a:endParaRPr lang="en-US" dirty="0"/>
          </a:p>
        </p:txBody>
      </p:sp>
    </p:spTree>
    <p:extLst>
      <p:ext uri="{BB962C8B-B14F-4D97-AF65-F5344CB8AC3E}">
        <p14:creationId xmlns:p14="http://schemas.microsoft.com/office/powerpoint/2010/main" val="1483740814"/>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s-ES"/>
              <a:t>Haga clic para modificar el estilo de título del patrón</a:t>
            </a:r>
            <a:endParaRPr lang="en-US"/>
          </a:p>
        </p:txBody>
      </p:sp>
      <p:sp>
        <p:nvSpPr>
          <p:cNvPr id="3" name="Picture Placeholder 2"/>
          <p:cNvSpPr>
            <a:spLocks noGrp="1" noChangeAspect="1"/>
          </p:cNvSpPr>
          <p:nvPr>
            <p:ph type="pic" idx="1"/>
          </p:nvPr>
        </p:nvSpPr>
        <p:spPr>
          <a:xfrm>
            <a:off x="5183188" y="987425"/>
            <a:ext cx="6172200" cy="4873625"/>
          </a:xfrm>
          <a:prstGeom prst="rect">
            <a:avLst/>
          </a:prstGeo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dirty="0"/>
              <a:t>Haga clic en el icono para agregar una imagen</a:t>
            </a:r>
            <a:endParaRPr lang="en-US" dirty="0"/>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8" name="Marcador de pie de página 4">
            <a:extLst>
              <a:ext uri="{FF2B5EF4-FFF2-40B4-BE49-F238E27FC236}">
                <a16:creationId xmlns:a16="http://schemas.microsoft.com/office/drawing/2014/main" id="{A92E4671-30D0-6D4E-9824-35AB606D357F}"/>
              </a:ext>
            </a:extLst>
          </p:cNvPr>
          <p:cNvSpPr>
            <a:spLocks noGrp="1"/>
          </p:cNvSpPr>
          <p:nvPr>
            <p:ph type="ftr" sz="quarter" idx="3"/>
          </p:nvPr>
        </p:nvSpPr>
        <p:spPr>
          <a:xfrm>
            <a:off x="767408" y="6477216"/>
            <a:ext cx="7153350" cy="180000"/>
          </a:xfrm>
          <a:prstGeom prst="rect">
            <a:avLst/>
          </a:prstGeom>
        </p:spPr>
        <p:txBody>
          <a:bodyPr vert="horz" lIns="0" tIns="0" rIns="0" bIns="0" rtlCol="0" anchor="ctr"/>
          <a:lstStyle>
            <a:lvl1pPr algn="l">
              <a:defRPr lang="en-US" sz="1050" b="0" kern="1200" smtClean="0">
                <a:solidFill>
                  <a:srgbClr val="005198"/>
                </a:solidFill>
                <a:latin typeface="Arial"/>
                <a:ea typeface="+mn-ea"/>
                <a:cs typeface="+mn-cs"/>
              </a:defRPr>
            </a:lvl1pPr>
          </a:lstStyle>
          <a:p>
            <a:r>
              <a:rPr lang="es-ES" dirty="0"/>
              <a:t>INNOVATION IN WAREHOUSING AND SUPPLY CHAIN</a:t>
            </a:r>
          </a:p>
        </p:txBody>
      </p:sp>
      <p:sp>
        <p:nvSpPr>
          <p:cNvPr id="9" name="Marcador de número de diapositiva 5">
            <a:extLst>
              <a:ext uri="{FF2B5EF4-FFF2-40B4-BE49-F238E27FC236}">
                <a16:creationId xmlns:a16="http://schemas.microsoft.com/office/drawing/2014/main" id="{59B1B188-0494-2848-A7E0-7B68BDF9B106}"/>
              </a:ext>
            </a:extLst>
          </p:cNvPr>
          <p:cNvSpPr>
            <a:spLocks noGrp="1"/>
          </p:cNvSpPr>
          <p:nvPr>
            <p:ph type="sldNum" sz="quarter" idx="4"/>
          </p:nvPr>
        </p:nvSpPr>
        <p:spPr>
          <a:xfrm>
            <a:off x="191344" y="6477216"/>
            <a:ext cx="505019" cy="180000"/>
          </a:xfrm>
          <a:prstGeom prst="rect">
            <a:avLst/>
          </a:prstGeom>
        </p:spPr>
        <p:txBody>
          <a:bodyPr vert="horz" lIns="0" tIns="0" rIns="0" bIns="0" rtlCol="0" anchor="ctr"/>
          <a:lstStyle>
            <a:lvl1pPr algn="r">
              <a:defRPr sz="1050" b="1">
                <a:solidFill>
                  <a:srgbClr val="005198"/>
                </a:solidFill>
              </a:defRPr>
            </a:lvl1pPr>
          </a:lstStyle>
          <a:p>
            <a:fld id="{6569C854-9955-467A-873C-E541C97C6FA2}" type="slidenum">
              <a:rPr lang="en-US" smtClean="0"/>
              <a:t>‹Nº›</a:t>
            </a:fld>
            <a:endParaRPr lang="en-US" dirty="0"/>
          </a:p>
        </p:txBody>
      </p:sp>
    </p:spTree>
    <p:extLst>
      <p:ext uri="{BB962C8B-B14F-4D97-AF65-F5344CB8AC3E}">
        <p14:creationId xmlns:p14="http://schemas.microsoft.com/office/powerpoint/2010/main" val="2784277887"/>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a:xfrm>
            <a:off x="767408" y="365125"/>
            <a:ext cx="10515600" cy="1325563"/>
          </a:xfrm>
          <a:prstGeom prst="rect">
            <a:avLst/>
          </a:prstGeom>
        </p:spPr>
        <p:txBody>
          <a:bodyPr/>
          <a:lstStyle/>
          <a:p>
            <a:r>
              <a:rPr lang="es-ES"/>
              <a:t>Haga clic para modificar el estilo de título del patrón</a:t>
            </a:r>
            <a:endParaRPr lang="en-US"/>
          </a:p>
        </p:txBody>
      </p:sp>
      <p:sp>
        <p:nvSpPr>
          <p:cNvPr id="3" name="Vertical Text Placeholder 2"/>
          <p:cNvSpPr>
            <a:spLocks noGrp="1"/>
          </p:cNvSpPr>
          <p:nvPr>
            <p:ph type="body" orient="vert" idx="1"/>
          </p:nvPr>
        </p:nvSpPr>
        <p:spPr>
          <a:xfrm>
            <a:off x="767408" y="1825625"/>
            <a:ext cx="10515600" cy="4351338"/>
          </a:xfrm>
          <a:prstGeom prst="rect">
            <a:avLst/>
          </a:prstGeo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7" name="Marcador de pie de página 4">
            <a:extLst>
              <a:ext uri="{FF2B5EF4-FFF2-40B4-BE49-F238E27FC236}">
                <a16:creationId xmlns:a16="http://schemas.microsoft.com/office/drawing/2014/main" id="{49B9EDCD-67C6-284C-8CDD-05E3D4F6CBF0}"/>
              </a:ext>
            </a:extLst>
          </p:cNvPr>
          <p:cNvSpPr>
            <a:spLocks noGrp="1"/>
          </p:cNvSpPr>
          <p:nvPr>
            <p:ph type="ftr" sz="quarter" idx="3"/>
          </p:nvPr>
        </p:nvSpPr>
        <p:spPr>
          <a:xfrm>
            <a:off x="767408" y="6477216"/>
            <a:ext cx="7153350" cy="180000"/>
          </a:xfrm>
          <a:prstGeom prst="rect">
            <a:avLst/>
          </a:prstGeom>
        </p:spPr>
        <p:txBody>
          <a:bodyPr vert="horz" lIns="0" tIns="0" rIns="0" bIns="0" rtlCol="0" anchor="ctr"/>
          <a:lstStyle>
            <a:lvl1pPr algn="l">
              <a:defRPr lang="en-US" sz="1050" b="0" kern="1200" smtClean="0">
                <a:solidFill>
                  <a:srgbClr val="005198"/>
                </a:solidFill>
                <a:latin typeface="Arial"/>
                <a:ea typeface="+mn-ea"/>
                <a:cs typeface="+mn-cs"/>
              </a:defRPr>
            </a:lvl1pPr>
          </a:lstStyle>
          <a:p>
            <a:r>
              <a:rPr lang="es-ES" dirty="0"/>
              <a:t>INNOVATION IN WAREHOUSING AND SUPPLY CHAIN</a:t>
            </a:r>
          </a:p>
        </p:txBody>
      </p:sp>
      <p:sp>
        <p:nvSpPr>
          <p:cNvPr id="8" name="Marcador de número de diapositiva 5">
            <a:extLst>
              <a:ext uri="{FF2B5EF4-FFF2-40B4-BE49-F238E27FC236}">
                <a16:creationId xmlns:a16="http://schemas.microsoft.com/office/drawing/2014/main" id="{C17D9F1A-DF4F-4D4D-85E0-AC51877BC5CA}"/>
              </a:ext>
            </a:extLst>
          </p:cNvPr>
          <p:cNvSpPr>
            <a:spLocks noGrp="1"/>
          </p:cNvSpPr>
          <p:nvPr>
            <p:ph type="sldNum" sz="quarter" idx="4"/>
          </p:nvPr>
        </p:nvSpPr>
        <p:spPr>
          <a:xfrm>
            <a:off x="191344" y="6477216"/>
            <a:ext cx="505019" cy="180000"/>
          </a:xfrm>
          <a:prstGeom prst="rect">
            <a:avLst/>
          </a:prstGeom>
        </p:spPr>
        <p:txBody>
          <a:bodyPr vert="horz" lIns="0" tIns="0" rIns="0" bIns="0" rtlCol="0" anchor="ctr"/>
          <a:lstStyle>
            <a:lvl1pPr algn="r">
              <a:defRPr sz="1050" b="1">
                <a:solidFill>
                  <a:srgbClr val="005198"/>
                </a:solidFill>
              </a:defRPr>
            </a:lvl1pPr>
          </a:lstStyle>
          <a:p>
            <a:fld id="{6569C854-9955-467A-873C-E541C97C6FA2}" type="slidenum">
              <a:rPr lang="en-US" smtClean="0"/>
              <a:t>‹Nº›</a:t>
            </a:fld>
            <a:endParaRPr lang="en-US" dirty="0"/>
          </a:p>
        </p:txBody>
      </p:sp>
    </p:spTree>
    <p:extLst>
      <p:ext uri="{BB962C8B-B14F-4D97-AF65-F5344CB8AC3E}">
        <p14:creationId xmlns:p14="http://schemas.microsoft.com/office/powerpoint/2010/main" val="211824879"/>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s-ES"/>
              <a:t>Haga clic para modificar el estilo de título del patrón</a:t>
            </a:r>
            <a:endParaRPr lang="en-US"/>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7" name="Marcador de pie de página 4">
            <a:extLst>
              <a:ext uri="{FF2B5EF4-FFF2-40B4-BE49-F238E27FC236}">
                <a16:creationId xmlns:a16="http://schemas.microsoft.com/office/drawing/2014/main" id="{0F0AAFEF-5F7C-C645-A7E6-805061997A4D}"/>
              </a:ext>
            </a:extLst>
          </p:cNvPr>
          <p:cNvSpPr>
            <a:spLocks noGrp="1"/>
          </p:cNvSpPr>
          <p:nvPr>
            <p:ph type="ftr" sz="quarter" idx="3"/>
          </p:nvPr>
        </p:nvSpPr>
        <p:spPr>
          <a:xfrm>
            <a:off x="767408" y="6477216"/>
            <a:ext cx="7153350" cy="180000"/>
          </a:xfrm>
          <a:prstGeom prst="rect">
            <a:avLst/>
          </a:prstGeom>
        </p:spPr>
        <p:txBody>
          <a:bodyPr vert="horz" lIns="0" tIns="0" rIns="0" bIns="0" rtlCol="0" anchor="ctr"/>
          <a:lstStyle>
            <a:lvl1pPr algn="l">
              <a:defRPr lang="en-US" sz="1050" b="0" kern="1200" smtClean="0">
                <a:solidFill>
                  <a:srgbClr val="005198"/>
                </a:solidFill>
                <a:latin typeface="Arial"/>
                <a:ea typeface="+mn-ea"/>
                <a:cs typeface="+mn-cs"/>
              </a:defRPr>
            </a:lvl1pPr>
          </a:lstStyle>
          <a:p>
            <a:r>
              <a:rPr lang="es-ES" dirty="0"/>
              <a:t>INNOVATION IN WAREHOUSING AND SUPPLY CHAIN</a:t>
            </a:r>
          </a:p>
        </p:txBody>
      </p:sp>
      <p:sp>
        <p:nvSpPr>
          <p:cNvPr id="8" name="Marcador de número de diapositiva 5">
            <a:extLst>
              <a:ext uri="{FF2B5EF4-FFF2-40B4-BE49-F238E27FC236}">
                <a16:creationId xmlns:a16="http://schemas.microsoft.com/office/drawing/2014/main" id="{9139851B-89E3-DA40-A8AE-325F015BE774}"/>
              </a:ext>
            </a:extLst>
          </p:cNvPr>
          <p:cNvSpPr>
            <a:spLocks noGrp="1"/>
          </p:cNvSpPr>
          <p:nvPr>
            <p:ph type="sldNum" sz="quarter" idx="4"/>
          </p:nvPr>
        </p:nvSpPr>
        <p:spPr>
          <a:xfrm>
            <a:off x="191344" y="6477216"/>
            <a:ext cx="505019" cy="180000"/>
          </a:xfrm>
          <a:prstGeom prst="rect">
            <a:avLst/>
          </a:prstGeom>
        </p:spPr>
        <p:txBody>
          <a:bodyPr vert="horz" lIns="0" tIns="0" rIns="0" bIns="0" rtlCol="0" anchor="ctr"/>
          <a:lstStyle>
            <a:lvl1pPr algn="r">
              <a:defRPr sz="1050" b="1">
                <a:solidFill>
                  <a:srgbClr val="005198"/>
                </a:solidFill>
              </a:defRPr>
            </a:lvl1pPr>
          </a:lstStyle>
          <a:p>
            <a:fld id="{6569C854-9955-467A-873C-E541C97C6FA2}" type="slidenum">
              <a:rPr lang="en-US" smtClean="0"/>
              <a:t>‹Nº›</a:t>
            </a:fld>
            <a:endParaRPr lang="en-US" dirty="0"/>
          </a:p>
        </p:txBody>
      </p:sp>
    </p:spTree>
    <p:extLst>
      <p:ext uri="{BB962C8B-B14F-4D97-AF65-F5344CB8AC3E}">
        <p14:creationId xmlns:p14="http://schemas.microsoft.com/office/powerpoint/2010/main" val="4070906242"/>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93DE874-EA68-4F1A-91A0-2EDD5C3D115D}"/>
              </a:ext>
            </a:extLst>
          </p:cNvPr>
          <p:cNvSpPr>
            <a:spLocks noGrp="1"/>
          </p:cNvSpPr>
          <p:nvPr>
            <p:ph type="title"/>
          </p:nvPr>
        </p:nvSpPr>
        <p:spPr>
          <a:xfrm>
            <a:off x="493107" y="444268"/>
            <a:ext cx="11434548" cy="1661680"/>
          </a:xfrm>
          <a:prstGeom prst="rect">
            <a:avLst/>
          </a:prstGeom>
        </p:spPr>
        <p:txBody>
          <a:bodyPr anchor="ctr">
            <a:noAutofit/>
          </a:bodyPr>
          <a:lstStyle>
            <a:lvl1pPr>
              <a:defRPr lang="en-US" sz="2902" b="1" kern="1200">
                <a:solidFill>
                  <a:srgbClr val="005198"/>
                </a:solidFill>
                <a:latin typeface="Arial" panose="020B0604020202020204" pitchFamily="34" charset="0"/>
                <a:ea typeface="+mj-ea"/>
                <a:cs typeface="Arial" panose="020B0604020202020204" pitchFamily="34" charset="0"/>
              </a:defRPr>
            </a:lvl1pPr>
          </a:lstStyle>
          <a:p>
            <a:r>
              <a:rPr lang="es-ES"/>
              <a:t>Haga clic para modificar el estilo de título del patrón</a:t>
            </a:r>
            <a:endParaRPr lang="en-US"/>
          </a:p>
        </p:txBody>
      </p:sp>
      <p:sp>
        <p:nvSpPr>
          <p:cNvPr id="11" name="2 Marcador de contenido"/>
          <p:cNvSpPr>
            <a:spLocks noGrp="1"/>
          </p:cNvSpPr>
          <p:nvPr>
            <p:ph idx="1"/>
          </p:nvPr>
        </p:nvSpPr>
        <p:spPr>
          <a:xfrm>
            <a:off x="838200" y="1600689"/>
            <a:ext cx="10515600" cy="4576277"/>
          </a:xfrm>
          <a:prstGeom prst="rect">
            <a:avLst/>
          </a:prstGeom>
        </p:spPr>
        <p:txBody>
          <a:bodyPr/>
          <a:lstStyle/>
          <a:p>
            <a:endParaRPr lang="es-ES"/>
          </a:p>
        </p:txBody>
      </p:sp>
      <p:sp>
        <p:nvSpPr>
          <p:cNvPr id="8" name="Marcador de pie de página 4">
            <a:extLst>
              <a:ext uri="{FF2B5EF4-FFF2-40B4-BE49-F238E27FC236}">
                <a16:creationId xmlns:a16="http://schemas.microsoft.com/office/drawing/2014/main" id="{BCEC4180-1CD0-E348-9926-C242F6A25BAA}"/>
              </a:ext>
            </a:extLst>
          </p:cNvPr>
          <p:cNvSpPr>
            <a:spLocks noGrp="1"/>
          </p:cNvSpPr>
          <p:nvPr>
            <p:ph type="ftr" sz="quarter" idx="3"/>
          </p:nvPr>
        </p:nvSpPr>
        <p:spPr>
          <a:xfrm>
            <a:off x="767408" y="6477216"/>
            <a:ext cx="7153350" cy="180000"/>
          </a:xfrm>
          <a:prstGeom prst="rect">
            <a:avLst/>
          </a:prstGeom>
        </p:spPr>
        <p:txBody>
          <a:bodyPr vert="horz" lIns="0" tIns="0" rIns="0" bIns="0" rtlCol="0" anchor="ctr"/>
          <a:lstStyle>
            <a:lvl1pPr algn="l">
              <a:defRPr lang="en-US" sz="1050" b="0" kern="1200" smtClean="0">
                <a:solidFill>
                  <a:srgbClr val="005198"/>
                </a:solidFill>
                <a:latin typeface="Arial"/>
                <a:ea typeface="+mn-ea"/>
                <a:cs typeface="+mn-cs"/>
              </a:defRPr>
            </a:lvl1pPr>
          </a:lstStyle>
          <a:p>
            <a:r>
              <a:rPr lang="es-ES" dirty="0"/>
              <a:t>INNOVATION IN WAREHOUSING AND SUPPLY CHAIN</a:t>
            </a:r>
          </a:p>
        </p:txBody>
      </p:sp>
      <p:sp>
        <p:nvSpPr>
          <p:cNvPr id="9" name="Marcador de número de diapositiva 5">
            <a:extLst>
              <a:ext uri="{FF2B5EF4-FFF2-40B4-BE49-F238E27FC236}">
                <a16:creationId xmlns:a16="http://schemas.microsoft.com/office/drawing/2014/main" id="{76902C27-9CEA-DD4F-8595-68A3043CAD9D}"/>
              </a:ext>
            </a:extLst>
          </p:cNvPr>
          <p:cNvSpPr>
            <a:spLocks noGrp="1"/>
          </p:cNvSpPr>
          <p:nvPr>
            <p:ph type="sldNum" sz="quarter" idx="4"/>
          </p:nvPr>
        </p:nvSpPr>
        <p:spPr>
          <a:xfrm>
            <a:off x="191344" y="6477216"/>
            <a:ext cx="505019" cy="180000"/>
          </a:xfrm>
          <a:prstGeom prst="rect">
            <a:avLst/>
          </a:prstGeom>
        </p:spPr>
        <p:txBody>
          <a:bodyPr vert="horz" lIns="0" tIns="0" rIns="0" bIns="0" rtlCol="0" anchor="ctr"/>
          <a:lstStyle>
            <a:lvl1pPr algn="r">
              <a:defRPr sz="1050" b="1">
                <a:solidFill>
                  <a:srgbClr val="005198"/>
                </a:solidFill>
              </a:defRPr>
            </a:lvl1pPr>
          </a:lstStyle>
          <a:p>
            <a:fld id="{6569C854-9955-467A-873C-E541C97C6FA2}" type="slidenum">
              <a:rPr lang="en-US" smtClean="0"/>
              <a:t>‹Nº›</a:t>
            </a:fld>
            <a:endParaRPr lang="en-US" dirty="0"/>
          </a:p>
        </p:txBody>
      </p:sp>
    </p:spTree>
    <p:extLst>
      <p:ext uri="{BB962C8B-B14F-4D97-AF65-F5344CB8AC3E}">
        <p14:creationId xmlns:p14="http://schemas.microsoft.com/office/powerpoint/2010/main" val="2148860000"/>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18" Type="http://schemas.openxmlformats.org/officeDocument/2006/relationships/image" Target="../media/image2.gi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3.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00CEDB49-BB08-2846-A522-78222F550B19}"/>
              </a:ext>
            </a:extLst>
          </p:cNvPr>
          <p:cNvGraphicFramePr>
            <a:graphicFrameLocks noChangeAspect="1"/>
          </p:cNvGraphicFramePr>
          <p:nvPr userDrawn="1">
            <p:custDataLst>
              <p:tags r:id="rId14"/>
            </p:custDataLst>
            <p:extLst>
              <p:ext uri="{D42A27DB-BD31-4B8C-83A1-F6EECF244321}">
                <p14:modId xmlns:p14="http://schemas.microsoft.com/office/powerpoint/2010/main" val="574596951"/>
              </p:ext>
            </p:extLst>
          </p:nvPr>
        </p:nvGraphicFramePr>
        <p:xfrm>
          <a:off x="1814" y="1440"/>
          <a:ext cx="1811" cy="1440"/>
        </p:xfrm>
        <a:graphic>
          <a:graphicData uri="http://schemas.openxmlformats.org/presentationml/2006/ole">
            <mc:AlternateContent xmlns:mc="http://schemas.openxmlformats.org/markup-compatibility/2006">
              <mc:Choice xmlns:v="urn:schemas-microsoft-com:vml" Requires="v">
                <p:oleObj name="think-cell Slide" r:id="rId16" imgW="338" imgH="338" progId="TCLayout.ActiveDocument.1">
                  <p:embed/>
                </p:oleObj>
              </mc:Choice>
              <mc:Fallback>
                <p:oleObj name="think-cell Slide" r:id="rId16" imgW="338" imgH="338" progId="TCLayout.ActiveDocument.1">
                  <p:embed/>
                  <p:pic>
                    <p:nvPicPr>
                      <p:cNvPr id="7" name="Object 6" hidden="1">
                        <a:extLst>
                          <a:ext uri="{FF2B5EF4-FFF2-40B4-BE49-F238E27FC236}">
                            <a16:creationId xmlns:a16="http://schemas.microsoft.com/office/drawing/2014/main" id="{00CEDB49-BB08-2846-A522-78222F550B19}"/>
                          </a:ext>
                        </a:extLst>
                      </p:cNvPr>
                      <p:cNvPicPr/>
                      <p:nvPr/>
                    </p:nvPicPr>
                    <p:blipFill>
                      <a:blip r:embed="rId17"/>
                      <a:stretch>
                        <a:fillRect/>
                      </a:stretch>
                    </p:blipFill>
                    <p:spPr>
                      <a:xfrm>
                        <a:off x="1814" y="1440"/>
                        <a:ext cx="1811" cy="1440"/>
                      </a:xfrm>
                      <a:prstGeom prst="rect">
                        <a:avLst/>
                      </a:prstGeom>
                    </p:spPr>
                  </p:pic>
                </p:oleObj>
              </mc:Fallback>
            </mc:AlternateContent>
          </a:graphicData>
        </a:graphic>
      </p:graphicFrame>
      <p:sp>
        <p:nvSpPr>
          <p:cNvPr id="8" name="Rectangle 3" hidden="1">
            <a:extLst>
              <a:ext uri="{FF2B5EF4-FFF2-40B4-BE49-F238E27FC236}">
                <a16:creationId xmlns:a16="http://schemas.microsoft.com/office/drawing/2014/main" id="{0A9BA58F-01D7-364D-8865-A1A46FA829D1}"/>
              </a:ext>
            </a:extLst>
          </p:cNvPr>
          <p:cNvSpPr/>
          <p:nvPr userDrawn="1">
            <p:custDataLst>
              <p:tags r:id="rId15"/>
            </p:custDataLst>
          </p:nvPr>
        </p:nvSpPr>
        <p:spPr>
          <a:xfrm>
            <a:off x="0" y="2"/>
            <a:ext cx="181078" cy="1439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s-ES" sz="3498" b="0" i="0" baseline="0" dirty="0">
              <a:latin typeface="Calibri" panose="020F0502020204030204" pitchFamily="34" charset="0"/>
              <a:ea typeface="+mj-ea"/>
              <a:cs typeface="+mj-cs"/>
              <a:sym typeface="Calibri" panose="020F0502020204030204" pitchFamily="34" charset="0"/>
            </a:endParaRPr>
          </a:p>
        </p:txBody>
      </p:sp>
      <p:sp>
        <p:nvSpPr>
          <p:cNvPr id="10" name="Marcador de pie de página 4">
            <a:extLst>
              <a:ext uri="{FF2B5EF4-FFF2-40B4-BE49-F238E27FC236}">
                <a16:creationId xmlns:a16="http://schemas.microsoft.com/office/drawing/2014/main" id="{06A756BC-C3F3-EE4D-8B75-C4C81925B74C}"/>
              </a:ext>
            </a:extLst>
          </p:cNvPr>
          <p:cNvSpPr>
            <a:spLocks noGrp="1"/>
          </p:cNvSpPr>
          <p:nvPr>
            <p:ph type="ftr" sz="quarter" idx="3"/>
          </p:nvPr>
        </p:nvSpPr>
        <p:spPr>
          <a:xfrm>
            <a:off x="767408" y="6477216"/>
            <a:ext cx="7153350" cy="180000"/>
          </a:xfrm>
          <a:prstGeom prst="rect">
            <a:avLst/>
          </a:prstGeom>
        </p:spPr>
        <p:txBody>
          <a:bodyPr vert="horz" lIns="0" tIns="0" rIns="0" bIns="0" rtlCol="0" anchor="ctr"/>
          <a:lstStyle>
            <a:lvl1pPr algn="l">
              <a:defRPr lang="en-US" sz="1050" b="0" kern="1200" smtClean="0">
                <a:solidFill>
                  <a:srgbClr val="005198"/>
                </a:solidFill>
                <a:latin typeface="Arial" panose="020B0604020202020204" pitchFamily="34" charset="0"/>
                <a:ea typeface="+mn-ea"/>
                <a:cs typeface="Arial" panose="020B0604020202020204" pitchFamily="34" charset="0"/>
              </a:defRPr>
            </a:lvl1pPr>
          </a:lstStyle>
          <a:p>
            <a:r>
              <a:rPr lang="es-ES" dirty="0"/>
              <a:t>INNOVATION IN WAREHOUSING AND SUPPLY CHAIN</a:t>
            </a:r>
          </a:p>
        </p:txBody>
      </p:sp>
      <p:sp>
        <p:nvSpPr>
          <p:cNvPr id="11" name="Marcador de número de diapositiva 5">
            <a:extLst>
              <a:ext uri="{FF2B5EF4-FFF2-40B4-BE49-F238E27FC236}">
                <a16:creationId xmlns:a16="http://schemas.microsoft.com/office/drawing/2014/main" id="{13554056-F775-434F-98E2-875DB110EB1D}"/>
              </a:ext>
            </a:extLst>
          </p:cNvPr>
          <p:cNvSpPr>
            <a:spLocks noGrp="1"/>
          </p:cNvSpPr>
          <p:nvPr>
            <p:ph type="sldNum" sz="quarter" idx="4"/>
          </p:nvPr>
        </p:nvSpPr>
        <p:spPr>
          <a:xfrm>
            <a:off x="191344" y="6477216"/>
            <a:ext cx="505019" cy="180000"/>
          </a:xfrm>
          <a:prstGeom prst="rect">
            <a:avLst/>
          </a:prstGeom>
        </p:spPr>
        <p:txBody>
          <a:bodyPr vert="horz" lIns="0" tIns="0" rIns="0" bIns="0" rtlCol="0" anchor="ctr"/>
          <a:lstStyle>
            <a:lvl1pPr algn="r">
              <a:defRPr sz="1050" b="1">
                <a:solidFill>
                  <a:srgbClr val="005198"/>
                </a:solidFill>
                <a:latin typeface="Arial" panose="020B0604020202020204" pitchFamily="34" charset="0"/>
                <a:cs typeface="Arial" panose="020B0604020202020204" pitchFamily="34" charset="0"/>
              </a:defRPr>
            </a:lvl1pPr>
          </a:lstStyle>
          <a:p>
            <a:fld id="{6569C854-9955-467A-873C-E541C97C6FA2}" type="slidenum">
              <a:rPr lang="en-US" smtClean="0"/>
              <a:t>‹Nº›</a:t>
            </a:fld>
            <a:endParaRPr lang="en-US" dirty="0"/>
          </a:p>
        </p:txBody>
      </p:sp>
      <p:pic>
        <p:nvPicPr>
          <p:cNvPr id="12" name="Imagen 9">
            <a:extLst>
              <a:ext uri="{FF2B5EF4-FFF2-40B4-BE49-F238E27FC236}">
                <a16:creationId xmlns:a16="http://schemas.microsoft.com/office/drawing/2014/main" id="{7B826AF4-6385-1B45-9334-AE734DEC9362}"/>
              </a:ext>
            </a:extLst>
          </p:cNvPr>
          <p:cNvPicPr>
            <a:picLocks noChangeAspect="1"/>
          </p:cNvPicPr>
          <p:nvPr userDrawn="1"/>
        </p:nvPicPr>
        <p:blipFill>
          <a:blip r:embed="rId18">
            <a:extLst>
              <a:ext uri="{28A0092B-C50C-407E-A947-70E740481C1C}">
                <a14:useLocalDpi xmlns:a14="http://schemas.microsoft.com/office/drawing/2010/main"/>
              </a:ext>
            </a:extLst>
          </a:blip>
          <a:stretch>
            <a:fillRect/>
          </a:stretch>
        </p:blipFill>
        <p:spPr>
          <a:xfrm>
            <a:off x="10056440" y="6309320"/>
            <a:ext cx="1672898" cy="492319"/>
          </a:xfrm>
          <a:prstGeom prst="rect">
            <a:avLst/>
          </a:prstGeom>
        </p:spPr>
      </p:pic>
    </p:spTree>
    <p:extLst>
      <p:ext uri="{BB962C8B-B14F-4D97-AF65-F5344CB8AC3E}">
        <p14:creationId xmlns:p14="http://schemas.microsoft.com/office/powerpoint/2010/main" val="2942385753"/>
      </p:ext>
    </p:extLst>
  </p:cSld>
  <p:clrMap bg1="lt1" tx1="dk1" bg2="lt2" tx2="dk2" accent1="accent1" accent2="accent2" accent3="accent3" accent4="accent4" accent5="accent5" accent6="accent6" hlink="hlink" folHlink="folHlink"/>
  <p:sldLayoutIdLst>
    <p:sldLayoutId id="2147483710" r:id="rId1"/>
    <p:sldLayoutId id="2147483709" r:id="rId2"/>
    <p:sldLayoutId id="2147483704" r:id="rId3"/>
    <p:sldLayoutId id="2147483705" r:id="rId4"/>
    <p:sldLayoutId id="2147483706" r:id="rId5"/>
    <p:sldLayoutId id="2147483707" r:id="rId6"/>
    <p:sldLayoutId id="2147483708" r:id="rId7"/>
    <p:sldLayoutId id="2147483711" r:id="rId8"/>
    <p:sldLayoutId id="2147483712" r:id="rId9"/>
    <p:sldLayoutId id="2147483713" r:id="rId10"/>
    <p:sldLayoutId id="2147483714" r:id="rId11"/>
    <p:sldLayoutId id="2147483699" r:id="rId12"/>
  </p:sldLayoutIdLst>
  <p:transition/>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notesSlide" Target="../notesSlides/notesSlide1.xml"/><Relationship Id="rId7" Type="http://schemas.openxmlformats.org/officeDocument/2006/relationships/image" Target="../media/image2.gif"/><Relationship Id="rId2" Type="http://schemas.openxmlformats.org/officeDocument/2006/relationships/slideLayout" Target="../slideLayouts/slideLayout1.xml"/><Relationship Id="rId1" Type="http://schemas.openxmlformats.org/officeDocument/2006/relationships/tags" Target="../tags/tag4.xml"/><Relationship Id="rId6" Type="http://schemas.openxmlformats.org/officeDocument/2006/relationships/image" Target="../media/image3.jpeg"/><Relationship Id="rId5" Type="http://schemas.openxmlformats.org/officeDocument/2006/relationships/image" Target="../media/image1.emf"/><Relationship Id="rId4" Type="http://schemas.openxmlformats.org/officeDocument/2006/relationships/oleObject" Target="../embeddings/oleObject2.bin"/></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5.xml"/><Relationship Id="rId6" Type="http://schemas.openxmlformats.org/officeDocument/2006/relationships/image" Target="../media/image1.emf"/><Relationship Id="rId5" Type="http://schemas.openxmlformats.org/officeDocument/2006/relationships/oleObject" Target="../embeddings/oleObject3.bin"/><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chart" Target="../charts/chart8.xml"/><Relationship Id="rId13" Type="http://schemas.openxmlformats.org/officeDocument/2006/relationships/chart" Target="../charts/chart13.xml"/><Relationship Id="rId3" Type="http://schemas.openxmlformats.org/officeDocument/2006/relationships/chart" Target="../charts/chart3.xml"/><Relationship Id="rId7" Type="http://schemas.openxmlformats.org/officeDocument/2006/relationships/chart" Target="../charts/chart7.xml"/><Relationship Id="rId12" Type="http://schemas.openxmlformats.org/officeDocument/2006/relationships/chart" Target="../charts/chart12.xml"/><Relationship Id="rId2" Type="http://schemas.openxmlformats.org/officeDocument/2006/relationships/notesSlide" Target="../notesSlides/notesSlide6.xml"/><Relationship Id="rId16" Type="http://schemas.openxmlformats.org/officeDocument/2006/relationships/chart" Target="../charts/chart16.xml"/><Relationship Id="rId1" Type="http://schemas.openxmlformats.org/officeDocument/2006/relationships/slideLayout" Target="../slideLayouts/slideLayout2.xml"/><Relationship Id="rId6" Type="http://schemas.openxmlformats.org/officeDocument/2006/relationships/chart" Target="../charts/chart6.xml"/><Relationship Id="rId11" Type="http://schemas.openxmlformats.org/officeDocument/2006/relationships/chart" Target="../charts/chart11.xml"/><Relationship Id="rId5" Type="http://schemas.openxmlformats.org/officeDocument/2006/relationships/chart" Target="../charts/chart5.xml"/><Relationship Id="rId15" Type="http://schemas.openxmlformats.org/officeDocument/2006/relationships/chart" Target="../charts/chart15.xml"/><Relationship Id="rId10" Type="http://schemas.openxmlformats.org/officeDocument/2006/relationships/chart" Target="../charts/chart10.xml"/><Relationship Id="rId4" Type="http://schemas.openxmlformats.org/officeDocument/2006/relationships/chart" Target="../charts/chart4.xml"/><Relationship Id="rId9" Type="http://schemas.openxmlformats.org/officeDocument/2006/relationships/chart" Target="../charts/chart9.xml"/><Relationship Id="rId14" Type="http://schemas.openxmlformats.org/officeDocument/2006/relationships/chart" Target="../charts/chart14.xml"/></Relationships>
</file>

<file path=ppt/slides/_rels/slide7.xml.rels><?xml version="1.0" encoding="UTF-8" standalone="yes"?>
<Relationships xmlns="http://schemas.openxmlformats.org/package/2006/relationships"><Relationship Id="rId3" Type="http://schemas.openxmlformats.org/officeDocument/2006/relationships/chart" Target="../charts/chart17.xm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18.xm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hart" Target="../charts/chart19.xm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hart" Target="../charts/chart20.xm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hart" Target="../charts/chart21.xm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tags" Target="../tags/tag6.xml"/><Relationship Id="rId6" Type="http://schemas.openxmlformats.org/officeDocument/2006/relationships/image" Target="../media/image1.emf"/><Relationship Id="rId5" Type="http://schemas.openxmlformats.org/officeDocument/2006/relationships/oleObject" Target="../embeddings/oleObject3.bin"/><Relationship Id="rId4" Type="http://schemas.openxmlformats.org/officeDocument/2006/relationships/image" Target="../media/image6.jpeg"/></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notesSlide" Target="../notesSlides/notesSlide21.xml"/><Relationship Id="rId7" Type="http://schemas.openxmlformats.org/officeDocument/2006/relationships/image" Target="../media/image2.gif"/><Relationship Id="rId2" Type="http://schemas.openxmlformats.org/officeDocument/2006/relationships/slideLayout" Target="../slideLayouts/slideLayout1.xml"/><Relationship Id="rId1" Type="http://schemas.openxmlformats.org/officeDocument/2006/relationships/tags" Target="../tags/tag7.xml"/><Relationship Id="rId6" Type="http://schemas.openxmlformats.org/officeDocument/2006/relationships/image" Target="../media/image3.jpeg"/><Relationship Id="rId5" Type="http://schemas.openxmlformats.org/officeDocument/2006/relationships/image" Target="../media/image1.emf"/><Relationship Id="rId4" Type="http://schemas.openxmlformats.org/officeDocument/2006/relationships/oleObject" Target="../embeddings/oleObject2.bin"/></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8.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8B2B9B42-495D-42ED-B6A9-1027253DB43D}"/>
              </a:ext>
            </a:extLst>
          </p:cNvPr>
          <p:cNvGraphicFramePr>
            <a:graphicFrameLocks noChangeAspect="1"/>
          </p:cNvGraphicFramePr>
          <p:nvPr>
            <p:custDataLst>
              <p:tags r:id="rId1"/>
            </p:custDataLst>
            <p:extLst>
              <p:ext uri="{D42A27DB-BD31-4B8C-83A1-F6EECF244321}">
                <p14:modId xmlns:p14="http://schemas.microsoft.com/office/powerpoint/2010/main" val="4005561027"/>
              </p:ext>
            </p:extLst>
          </p:nvPr>
        </p:nvGraphicFramePr>
        <p:xfrm>
          <a:off x="1251206" y="1440"/>
          <a:ext cx="1440" cy="1440"/>
        </p:xfrm>
        <a:graphic>
          <a:graphicData uri="http://schemas.openxmlformats.org/presentationml/2006/ole">
            <mc:AlternateContent xmlns:mc="http://schemas.openxmlformats.org/markup-compatibility/2006">
              <mc:Choice xmlns:v="urn:schemas-microsoft-com:vml" Requires="v">
                <p:oleObj name="think-cell Slide" r:id="rId4" imgW="338" imgH="338" progId="TCLayout.ActiveDocument.1">
                  <p:embed/>
                </p:oleObj>
              </mc:Choice>
              <mc:Fallback>
                <p:oleObj name="think-cell Slide" r:id="rId4" imgW="338" imgH="338" progId="TCLayout.ActiveDocument.1">
                  <p:embed/>
                  <p:pic>
                    <p:nvPicPr>
                      <p:cNvPr id="2" name="Object 1" hidden="1">
                        <a:extLst>
                          <a:ext uri="{FF2B5EF4-FFF2-40B4-BE49-F238E27FC236}">
                            <a16:creationId xmlns:a16="http://schemas.microsoft.com/office/drawing/2014/main" id="{8B2B9B42-495D-42ED-B6A9-1027253DB43D}"/>
                          </a:ext>
                        </a:extLst>
                      </p:cNvPr>
                      <p:cNvPicPr/>
                      <p:nvPr/>
                    </p:nvPicPr>
                    <p:blipFill>
                      <a:blip r:embed="rId5"/>
                      <a:stretch>
                        <a:fillRect/>
                      </a:stretch>
                    </p:blipFill>
                    <p:spPr>
                      <a:xfrm>
                        <a:off x="1251206" y="1440"/>
                        <a:ext cx="1440" cy="1440"/>
                      </a:xfrm>
                      <a:prstGeom prst="rect">
                        <a:avLst/>
                      </a:prstGeom>
                    </p:spPr>
                  </p:pic>
                </p:oleObj>
              </mc:Fallback>
            </mc:AlternateContent>
          </a:graphicData>
        </a:graphic>
      </p:graphicFrame>
      <p:pic>
        <p:nvPicPr>
          <p:cNvPr id="5" name="Imagen 4">
            <a:extLst>
              <a:ext uri="{FF2B5EF4-FFF2-40B4-BE49-F238E27FC236}">
                <a16:creationId xmlns:a16="http://schemas.microsoft.com/office/drawing/2014/main" id="{6895C763-F743-EA3D-212E-279919D27117}"/>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7179" t="22975" b="8903"/>
          <a:stretch/>
        </p:blipFill>
        <p:spPr>
          <a:xfrm>
            <a:off x="0" y="0"/>
            <a:ext cx="12192000" cy="4938328"/>
          </a:xfrm>
          <a:prstGeom prst="rect">
            <a:avLst/>
          </a:prstGeom>
        </p:spPr>
      </p:pic>
      <p:sp>
        <p:nvSpPr>
          <p:cNvPr id="8" name="Rectángulo 7">
            <a:extLst>
              <a:ext uri="{FF2B5EF4-FFF2-40B4-BE49-F238E27FC236}">
                <a16:creationId xmlns:a16="http://schemas.microsoft.com/office/drawing/2014/main" id="{D2108749-68F0-3571-3643-7B86A1862CDE}"/>
              </a:ext>
            </a:extLst>
          </p:cNvPr>
          <p:cNvSpPr/>
          <p:nvPr/>
        </p:nvSpPr>
        <p:spPr>
          <a:xfrm>
            <a:off x="-6559" y="4938328"/>
            <a:ext cx="12192000" cy="19470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noProof="0" dirty="0">
              <a:latin typeface="Arial" panose="020B0604020202020204" pitchFamily="34" charset="0"/>
              <a:cs typeface="Arial" panose="020B0604020202020204" pitchFamily="34" charset="0"/>
            </a:endParaRPr>
          </a:p>
        </p:txBody>
      </p:sp>
      <p:pic>
        <p:nvPicPr>
          <p:cNvPr id="9" name="Imagen 8">
            <a:extLst>
              <a:ext uri="{FF2B5EF4-FFF2-40B4-BE49-F238E27FC236}">
                <a16:creationId xmlns:a16="http://schemas.microsoft.com/office/drawing/2014/main" id="{3FF69DA0-AB4F-7CD5-467E-F621884D8572}"/>
              </a:ext>
            </a:extLst>
          </p:cNvPr>
          <p:cNvPicPr>
            <a:picLocks noChangeAspect="1"/>
          </p:cNvPicPr>
          <p:nvPr/>
        </p:nvPicPr>
        <p:blipFill>
          <a:blip r:embed="rId7">
            <a:extLst>
              <a:ext uri="{28A0092B-C50C-407E-A947-70E740481C1C}">
                <a14:useLocalDpi xmlns:a14="http://schemas.microsoft.com/office/drawing/2010/main"/>
              </a:ext>
            </a:extLst>
          </a:blip>
          <a:stretch>
            <a:fillRect/>
          </a:stretch>
        </p:blipFill>
        <p:spPr>
          <a:xfrm>
            <a:off x="2279577" y="5393285"/>
            <a:ext cx="3524198" cy="1037142"/>
          </a:xfrm>
          <a:prstGeom prst="rect">
            <a:avLst/>
          </a:prstGeom>
        </p:spPr>
      </p:pic>
      <p:pic>
        <p:nvPicPr>
          <p:cNvPr id="12" name="Gráfico 13">
            <a:extLst>
              <a:ext uri="{FF2B5EF4-FFF2-40B4-BE49-F238E27FC236}">
                <a16:creationId xmlns:a16="http://schemas.microsoft.com/office/drawing/2014/main" id="{4C58D824-265C-94FD-C70A-0868619448E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67407" y="692696"/>
            <a:ext cx="3480895" cy="545908"/>
          </a:xfrm>
          <a:prstGeom prst="rect">
            <a:avLst/>
          </a:prstGeom>
        </p:spPr>
      </p:pic>
      <p:sp>
        <p:nvSpPr>
          <p:cNvPr id="14" name="CuadroTexto 14">
            <a:extLst>
              <a:ext uri="{FF2B5EF4-FFF2-40B4-BE49-F238E27FC236}">
                <a16:creationId xmlns:a16="http://schemas.microsoft.com/office/drawing/2014/main" id="{D81D896B-7912-4A32-5E3B-D37742EA43BB}"/>
              </a:ext>
            </a:extLst>
          </p:cNvPr>
          <p:cNvSpPr txBox="1"/>
          <p:nvPr/>
        </p:nvSpPr>
        <p:spPr>
          <a:xfrm>
            <a:off x="786881" y="3869741"/>
            <a:ext cx="6509590" cy="613630"/>
          </a:xfrm>
          <a:prstGeom prst="rect">
            <a:avLst/>
          </a:prstGeom>
          <a:noFill/>
        </p:spPr>
        <p:txBody>
          <a:bodyPr wrap="square" lIns="0" tIns="0" rIns="0" bIns="0" rtlCol="0">
            <a:spAutoFit/>
          </a:bodyPr>
          <a:lstStyle/>
          <a:p>
            <a:pPr>
              <a:lnSpc>
                <a:spcPts val="2500"/>
              </a:lnSpc>
            </a:pPr>
            <a:r>
              <a:rPr lang="es-ES" spc="30" noProof="0">
                <a:solidFill>
                  <a:srgbClr val="FFFFFF"/>
                </a:solidFill>
                <a:latin typeface="Arial" panose="020B0604020202020204" pitchFamily="34" charset="0"/>
                <a:ea typeface="Arial"/>
                <a:cs typeface="Arial" panose="020B0604020202020204" pitchFamily="34" charset="0"/>
              </a:rPr>
              <a:t>2026-10-05</a:t>
            </a:r>
            <a:endParaRPr lang="es-ES" sz="1800" i="0" strike="noStrike" cap="none" spc="30" baseline="0" noProof="0" dirty="0">
              <a:solidFill>
                <a:srgbClr val="FFFFFF"/>
              </a:solidFill>
              <a:effectLst/>
              <a:latin typeface="Arial" panose="020B0604020202020204" pitchFamily="34" charset="0"/>
              <a:ea typeface="Arial"/>
              <a:cs typeface="Arial" panose="020B0604020202020204" pitchFamily="34" charset="0"/>
            </a:endParaRPr>
          </a:p>
          <a:p>
            <a:pPr>
              <a:lnSpc>
                <a:spcPts val="2500"/>
              </a:lnSpc>
            </a:pPr>
            <a:endParaRPr lang="es-ES" sz="1800" i="0" u="sng" strike="noStrike" cap="none" spc="30" baseline="0" noProof="0" dirty="0">
              <a:solidFill>
                <a:srgbClr val="FFFFFF"/>
              </a:solidFill>
              <a:effectLst/>
              <a:latin typeface="Arial" panose="020B0604020202020204" pitchFamily="34" charset="0"/>
              <a:ea typeface="Arial"/>
              <a:cs typeface="Arial" panose="020B0604020202020204" pitchFamily="34" charset="0"/>
            </a:endParaRPr>
          </a:p>
        </p:txBody>
      </p:sp>
      <p:cxnSp>
        <p:nvCxnSpPr>
          <p:cNvPr id="15" name="Conector recto 15">
            <a:extLst>
              <a:ext uri="{FF2B5EF4-FFF2-40B4-BE49-F238E27FC236}">
                <a16:creationId xmlns:a16="http://schemas.microsoft.com/office/drawing/2014/main" id="{41DD720D-954B-BDC2-A8BF-881222E946E9}"/>
              </a:ext>
            </a:extLst>
          </p:cNvPr>
          <p:cNvCxnSpPr>
            <a:cxnSpLocks/>
          </p:cNvCxnSpPr>
          <p:nvPr/>
        </p:nvCxnSpPr>
        <p:spPr>
          <a:xfrm>
            <a:off x="767408" y="1904755"/>
            <a:ext cx="577076" cy="1"/>
          </a:xfrm>
          <a:prstGeom prst="line">
            <a:avLst/>
          </a:prstGeom>
          <a:ln w="57150">
            <a:solidFill>
              <a:srgbClr val="FA6900"/>
            </a:solidFill>
          </a:ln>
        </p:spPr>
        <p:style>
          <a:lnRef idx="1">
            <a:schemeClr val="accent1"/>
          </a:lnRef>
          <a:fillRef idx="0">
            <a:schemeClr val="accent1"/>
          </a:fillRef>
          <a:effectRef idx="0">
            <a:schemeClr val="accent1"/>
          </a:effectRef>
          <a:fontRef idx="minor">
            <a:schemeClr val="tx1"/>
          </a:fontRef>
        </p:style>
      </p:cxnSp>
      <p:cxnSp>
        <p:nvCxnSpPr>
          <p:cNvPr id="16" name="Conector recto 15">
            <a:extLst>
              <a:ext uri="{FF2B5EF4-FFF2-40B4-BE49-F238E27FC236}">
                <a16:creationId xmlns:a16="http://schemas.microsoft.com/office/drawing/2014/main" id="{0AB7E363-1C17-A0BB-254F-DF97FF397B6F}"/>
              </a:ext>
            </a:extLst>
          </p:cNvPr>
          <p:cNvCxnSpPr>
            <a:cxnSpLocks/>
          </p:cNvCxnSpPr>
          <p:nvPr/>
        </p:nvCxnSpPr>
        <p:spPr>
          <a:xfrm flipV="1">
            <a:off x="6172721" y="5528070"/>
            <a:ext cx="0" cy="767573"/>
          </a:xfrm>
          <a:prstGeom prst="line">
            <a:avLst/>
          </a:prstGeom>
          <a:ln w="57150">
            <a:solidFill>
              <a:srgbClr val="FA6900"/>
            </a:solidFill>
          </a:ln>
        </p:spPr>
        <p:style>
          <a:lnRef idx="1">
            <a:schemeClr val="accent1"/>
          </a:lnRef>
          <a:fillRef idx="0">
            <a:schemeClr val="accent1"/>
          </a:fillRef>
          <a:effectRef idx="0">
            <a:schemeClr val="accent1"/>
          </a:effectRef>
          <a:fontRef idx="minor">
            <a:schemeClr val="tx1"/>
          </a:fontRef>
        </p:style>
      </p:cxnSp>
      <p:sp>
        <p:nvSpPr>
          <p:cNvPr id="17" name="CuadroTexto 16">
            <a:extLst>
              <a:ext uri="{FF2B5EF4-FFF2-40B4-BE49-F238E27FC236}">
                <a16:creationId xmlns:a16="http://schemas.microsoft.com/office/drawing/2014/main" id="{4E08FE6A-DEBF-CDBE-27B6-76CCAFA6EC8C}"/>
              </a:ext>
            </a:extLst>
          </p:cNvPr>
          <p:cNvSpPr txBox="1"/>
          <p:nvPr/>
        </p:nvSpPr>
        <p:spPr>
          <a:xfrm>
            <a:off x="744216" y="2114766"/>
            <a:ext cx="5351784" cy="1708160"/>
          </a:xfrm>
          <a:prstGeom prst="rect">
            <a:avLst/>
          </a:prstGeom>
          <a:noFill/>
        </p:spPr>
        <p:txBody>
          <a:bodyPr wrap="square" lIns="0" rIns="0">
            <a:spAutoFit/>
          </a:bodyPr>
          <a:lstStyle/>
          <a:p>
            <a:pPr>
              <a:lnSpc>
                <a:spcPts val="4200"/>
              </a:lnSpc>
            </a:pPr>
            <a:r>
              <a:rPr lang="es-ES" sz="4400" b="1" i="0" strike="noStrike" cap="none" spc="30" baseline="0" noProof="0" dirty="0">
                <a:solidFill>
                  <a:srgbClr val="FFFFFF"/>
                </a:solidFill>
                <a:effectLst/>
                <a:latin typeface="Arial" panose="020B0604020202020204" pitchFamily="34" charset="0"/>
                <a:ea typeface="Arial"/>
                <a:cs typeface="Arial" panose="020B0604020202020204" pitchFamily="34" charset="0"/>
              </a:rPr>
              <a:t>REUNIÓN </a:t>
            </a:r>
            <a:r>
              <a:rPr lang="es-ES" sz="4400" b="1" spc="30" noProof="0" dirty="0">
                <a:solidFill>
                  <a:srgbClr val="FFFFFF"/>
                </a:solidFill>
                <a:latin typeface="Arial" panose="020B0604020202020204" pitchFamily="34" charset="0"/>
                <a:ea typeface="Arial"/>
                <a:cs typeface="Arial" panose="020B0604020202020204" pitchFamily="34" charset="0"/>
              </a:rPr>
              <a:t>AMPLIACIONES</a:t>
            </a:r>
          </a:p>
          <a:p>
            <a:pPr>
              <a:lnSpc>
                <a:spcPts val="4200"/>
              </a:lnSpc>
            </a:pPr>
            <a:r>
              <a:rPr lang="es-ES" sz="4400" b="1" i="0" strike="noStrike" cap="none" spc="30" baseline="0" noProof="0" dirty="0">
                <a:solidFill>
                  <a:srgbClr val="FFFFFF"/>
                </a:solidFill>
                <a:effectLst/>
                <a:latin typeface="Arial" panose="020B0604020202020204" pitchFamily="34" charset="0"/>
                <a:ea typeface="Arial"/>
                <a:cs typeface="Arial" panose="020B0604020202020204" pitchFamily="34" charset="0"/>
              </a:rPr>
              <a:t>SOFTWARE</a:t>
            </a:r>
          </a:p>
        </p:txBody>
      </p:sp>
    </p:spTree>
    <p:extLst>
      <p:ext uri="{BB962C8B-B14F-4D97-AF65-F5344CB8AC3E}">
        <p14:creationId xmlns:p14="http://schemas.microsoft.com/office/powerpoint/2010/main" val="38051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CuadroTexto 34">
            <a:extLst>
              <a:ext uri="{FF2B5EF4-FFF2-40B4-BE49-F238E27FC236}">
                <a16:creationId xmlns:a16="http://schemas.microsoft.com/office/drawing/2014/main" id="{09ED5F5F-43C2-3B45-3BE9-011C26161CEB}"/>
              </a:ext>
            </a:extLst>
          </p:cNvPr>
          <p:cNvSpPr txBox="1"/>
          <p:nvPr/>
        </p:nvSpPr>
        <p:spPr>
          <a:xfrm>
            <a:off x="1475077" y="1576586"/>
            <a:ext cx="1793342" cy="169277"/>
          </a:xfrm>
          <a:prstGeom prst="rect">
            <a:avLst/>
          </a:prstGeom>
          <a:noFill/>
          <a:ln cap="flat">
            <a:noFill/>
          </a:ln>
        </p:spPr>
        <p:txBody>
          <a:bodyPr vert="horz" wrap="square" lIns="0" tIns="0" rIns="0" bIns="0" anchor="t" anchorCtr="0" compatLnSpc="1">
            <a:spAutoFit/>
          </a:bodyPr>
          <a:lstStyle>
            <a:defPPr>
              <a:defRPr lang="en-US"/>
            </a:defPPr>
            <a:lvl1pPr algn="ctr">
              <a:defRPr sz="1200" b="1">
                <a:solidFill>
                  <a:schemeClr val="bg1">
                    <a:lumMod val="50000"/>
                  </a:schemeClr>
                </a:solidFill>
              </a:defRPr>
            </a:lvl1pPr>
          </a:lstStyle>
          <a:p>
            <a:pPr algn="l"/>
            <a:r>
              <a:rPr lang="es-ES" sz="1100" b="1" i="0" strike="noStrike" cap="none" spc="0" baseline="0" noProof="0" dirty="0">
                <a:solidFill>
                  <a:srgbClr val="3B3838"/>
                </a:solidFill>
                <a:effectLst/>
                <a:latin typeface="Segoe UI"/>
                <a:ea typeface="Arial"/>
                <a:cs typeface="Arial"/>
              </a:rPr>
              <a:t>ESTADO PROYECTOS</a:t>
            </a:r>
          </a:p>
        </p:txBody>
      </p:sp>
      <p:sp>
        <p:nvSpPr>
          <p:cNvPr id="27" name="CuadroTexto 34">
            <a:extLst>
              <a:ext uri="{FF2B5EF4-FFF2-40B4-BE49-F238E27FC236}">
                <a16:creationId xmlns:a16="http://schemas.microsoft.com/office/drawing/2014/main" id="{A2650975-8C48-8A13-7B5E-D4413D811468}"/>
              </a:ext>
            </a:extLst>
          </p:cNvPr>
          <p:cNvSpPr txBox="1"/>
          <p:nvPr/>
        </p:nvSpPr>
        <p:spPr>
          <a:xfrm>
            <a:off x="684287" y="1669799"/>
            <a:ext cx="702111" cy="268725"/>
          </a:xfrm>
          <a:prstGeom prst="rect">
            <a:avLst/>
          </a:prstGeom>
          <a:noFill/>
          <a:ln cap="flat">
            <a:noFill/>
          </a:ln>
        </p:spPr>
        <p:txBody>
          <a:bodyPr vert="horz" wrap="square" lIns="0" tIns="0" rIns="0" bIns="0" anchor="ctr" anchorCtr="0" compatLnSpc="1">
            <a:spAutoFit/>
          </a:bodyPr>
          <a:lstStyle/>
          <a:p>
            <a:pPr marL="0" marR="0" lvl="0" indent="0" algn="ctr" defTabSz="914217" rtl="0" fontAlgn="auto" hangingPunct="1">
              <a:lnSpc>
                <a:spcPts val="1600"/>
              </a:lnSpc>
              <a:spcBef>
                <a:spcPct val="0"/>
              </a:spcBef>
              <a:spcAft>
                <a:spcPct val="0"/>
              </a:spcAft>
              <a:buNone/>
              <a:defRPr sz="1800" b="0" i="0" u="none" strike="noStrike" kern="0" cap="none" spc="0" baseline="0">
                <a:solidFill>
                  <a:srgbClr val="000000"/>
                </a:solidFill>
                <a:uFillTx/>
              </a:defRPr>
            </a:pPr>
            <a:r>
              <a:rPr lang="es-ES" sz="3600" b="1" i="0" strike="noStrike" cap="none" spc="0" baseline="0" noProof="0" dirty="0">
                <a:solidFill>
                  <a:srgbClr val="2F5597"/>
                </a:solidFill>
                <a:effectLst/>
                <a:latin typeface="Arial" panose="020B0604020202020204" pitchFamily="34" charset="0"/>
                <a:ea typeface="Arial"/>
                <a:cs typeface="Arial" panose="020B0604020202020204" pitchFamily="34" charset="0"/>
              </a:rPr>
              <a:t>01.</a:t>
            </a:r>
            <a:endParaRPr lang="es-ES" sz="3600" b="1" i="0" u="none" strike="noStrike" kern="1200" cap="none" spc="0" baseline="0" noProof="0" dirty="0">
              <a:solidFill>
                <a:schemeClr val="accent1">
                  <a:lumMod val="75000"/>
                </a:schemeClr>
              </a:solidFill>
              <a:uFillTx/>
              <a:latin typeface="Arial" panose="020B0604020202020204" pitchFamily="34" charset="0"/>
              <a:cs typeface="Arial" panose="020B0604020202020204" pitchFamily="34" charset="0"/>
            </a:endParaRPr>
          </a:p>
        </p:txBody>
      </p:sp>
      <p:sp>
        <p:nvSpPr>
          <p:cNvPr id="28" name="CuadroTexto 34">
            <a:extLst>
              <a:ext uri="{FF2B5EF4-FFF2-40B4-BE49-F238E27FC236}">
                <a16:creationId xmlns:a16="http://schemas.microsoft.com/office/drawing/2014/main" id="{40A797CD-E3BF-9399-FE14-ABA6AD9D9AFE}"/>
              </a:ext>
            </a:extLst>
          </p:cNvPr>
          <p:cNvSpPr txBox="1"/>
          <p:nvPr/>
        </p:nvSpPr>
        <p:spPr>
          <a:xfrm>
            <a:off x="680457" y="2520175"/>
            <a:ext cx="702111" cy="268725"/>
          </a:xfrm>
          <a:prstGeom prst="rect">
            <a:avLst/>
          </a:prstGeom>
          <a:noFill/>
          <a:ln cap="flat">
            <a:noFill/>
          </a:ln>
        </p:spPr>
        <p:txBody>
          <a:bodyPr vert="horz" wrap="square" lIns="0" tIns="0" rIns="0" bIns="0" anchor="ctr" anchorCtr="0" compatLnSpc="1">
            <a:spAutoFit/>
          </a:bodyPr>
          <a:lstStyle/>
          <a:p>
            <a:pPr marL="0" marR="0" lvl="0" indent="0" algn="ctr" defTabSz="914217" rtl="0" fontAlgn="auto" hangingPunct="1">
              <a:lnSpc>
                <a:spcPts val="1600"/>
              </a:lnSpc>
              <a:spcBef>
                <a:spcPct val="0"/>
              </a:spcBef>
              <a:spcAft>
                <a:spcPct val="0"/>
              </a:spcAft>
              <a:buNone/>
              <a:defRPr sz="1800" b="0" i="0" u="none" strike="noStrike" kern="0" cap="none" spc="0" baseline="0">
                <a:solidFill>
                  <a:srgbClr val="000000"/>
                </a:solidFill>
                <a:uFillTx/>
              </a:defRPr>
            </a:pPr>
            <a:r>
              <a:rPr lang="es-ES" sz="3600" b="1" i="0" strike="noStrike" cap="none" spc="0" baseline="0" noProof="0" dirty="0">
                <a:solidFill>
                  <a:srgbClr val="2F5597"/>
                </a:solidFill>
                <a:effectLst/>
                <a:latin typeface="Arial" panose="020B0604020202020204" pitchFamily="34" charset="0"/>
                <a:ea typeface="Arial"/>
                <a:cs typeface="Arial" panose="020B0604020202020204" pitchFamily="34" charset="0"/>
              </a:rPr>
              <a:t>02.</a:t>
            </a:r>
            <a:endParaRPr lang="es-ES" sz="3600" b="1" i="0" u="none" strike="noStrike" kern="1200" cap="none" spc="0" baseline="0" noProof="0" dirty="0">
              <a:solidFill>
                <a:schemeClr val="accent1">
                  <a:lumMod val="75000"/>
                </a:schemeClr>
              </a:solidFill>
              <a:uFillTx/>
              <a:latin typeface="Arial" panose="020B0604020202020204" pitchFamily="34" charset="0"/>
              <a:cs typeface="Arial" panose="020B0604020202020204" pitchFamily="34" charset="0"/>
            </a:endParaRPr>
          </a:p>
        </p:txBody>
      </p:sp>
      <p:sp>
        <p:nvSpPr>
          <p:cNvPr id="81" name="CuadroTexto 34">
            <a:extLst>
              <a:ext uri="{FF2B5EF4-FFF2-40B4-BE49-F238E27FC236}">
                <a16:creationId xmlns:a16="http://schemas.microsoft.com/office/drawing/2014/main" id="{6043F286-523D-2C59-8511-FD2FA411339B}"/>
              </a:ext>
            </a:extLst>
          </p:cNvPr>
          <p:cNvSpPr txBox="1"/>
          <p:nvPr/>
        </p:nvSpPr>
        <p:spPr>
          <a:xfrm>
            <a:off x="1438790" y="2427090"/>
            <a:ext cx="1564292" cy="169277"/>
          </a:xfrm>
          <a:prstGeom prst="rect">
            <a:avLst/>
          </a:prstGeom>
          <a:noFill/>
          <a:ln cap="flat">
            <a:noFill/>
          </a:ln>
        </p:spPr>
        <p:txBody>
          <a:bodyPr vert="horz" wrap="square" lIns="0" tIns="0" rIns="0" bIns="0" anchor="t" anchorCtr="0" compatLnSpc="1">
            <a:spAutoFit/>
          </a:bodyPr>
          <a:lstStyle>
            <a:defPPr>
              <a:defRPr lang="en-US"/>
            </a:defPPr>
            <a:lvl1pPr algn="ctr">
              <a:defRPr sz="1200" b="1">
                <a:solidFill>
                  <a:schemeClr val="bg1">
                    <a:lumMod val="50000"/>
                  </a:schemeClr>
                </a:solidFill>
              </a:defRPr>
            </a:lvl1pPr>
          </a:lstStyle>
          <a:p>
            <a:pPr algn="l"/>
            <a:r>
              <a:rPr lang="es-ES" sz="1100" noProof="0" dirty="0">
                <a:solidFill>
                  <a:srgbClr val="3B3838"/>
                </a:solidFill>
                <a:latin typeface="Segoe UI"/>
                <a:cs typeface="Arial"/>
              </a:rPr>
              <a:t>OTROS TEMAS</a:t>
            </a:r>
          </a:p>
        </p:txBody>
      </p:sp>
      <p:pic>
        <p:nvPicPr>
          <p:cNvPr id="4108" name="Picture 12" descr="Easy WMS en tres almacenes de la empresa de suministros hospitalarios PRIM">
            <a:extLst>
              <a:ext uri="{FF2B5EF4-FFF2-40B4-BE49-F238E27FC236}">
                <a16:creationId xmlns:a16="http://schemas.microsoft.com/office/drawing/2014/main" id="{69BC14E1-AFC3-7E2C-327C-72DAD9E890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7810" r="20190"/>
          <a:stretch>
            <a:fillRect/>
          </a:stretch>
        </p:blipFill>
        <p:spPr bwMode="auto">
          <a:xfrm>
            <a:off x="7391400" y="0"/>
            <a:ext cx="4800600" cy="6858000"/>
          </a:xfrm>
          <a:prstGeom prst="rect">
            <a:avLst/>
          </a:prstGeom>
          <a:noFill/>
          <a:extLst>
            <a:ext uri="{909E8E84-426E-40DD-AFC4-6F175D3DCCD1}">
              <a14:hiddenFill xmlns:a14="http://schemas.microsoft.com/office/drawing/2010/main">
                <a:solidFill>
                  <a:srgbClr val="FFFFFF"/>
                </a:solidFill>
              </a14:hiddenFill>
            </a:ext>
          </a:extLst>
        </p:spPr>
      </p:pic>
      <p:sp>
        <p:nvSpPr>
          <p:cNvPr id="10" name="CuadroTexto 9">
            <a:extLst>
              <a:ext uri="{FF2B5EF4-FFF2-40B4-BE49-F238E27FC236}">
                <a16:creationId xmlns:a16="http://schemas.microsoft.com/office/drawing/2014/main" id="{2E7F65CD-B9D4-3E91-57BB-9535E7860D16}"/>
              </a:ext>
            </a:extLst>
          </p:cNvPr>
          <p:cNvSpPr txBox="1"/>
          <p:nvPr/>
        </p:nvSpPr>
        <p:spPr>
          <a:xfrm>
            <a:off x="534563" y="255103"/>
            <a:ext cx="6178550" cy="276999"/>
          </a:xfrm>
          <a:prstGeom prst="rect">
            <a:avLst/>
          </a:prstGeom>
          <a:noFill/>
        </p:spPr>
        <p:txBody>
          <a:bodyPr wrap="square" lIns="0" rIns="0">
            <a:spAutoFit/>
          </a:bodyPr>
          <a:lstStyle/>
          <a:p>
            <a:r>
              <a:rPr lang="es-ES" sz="1200" b="0" i="0" strike="noStrike" cap="none" spc="0" baseline="0" noProof="0" dirty="0">
                <a:solidFill>
                  <a:schemeClr val="bg1">
                    <a:lumMod val="50000"/>
                  </a:schemeClr>
                </a:solidFill>
                <a:effectLst/>
                <a:latin typeface="Arial" panose="020B0604020202020204" pitchFamily="34" charset="0"/>
                <a:ea typeface="Arial"/>
                <a:cs typeface="Arial" panose="020B0604020202020204" pitchFamily="34" charset="0"/>
              </a:rPr>
              <a:t>INNOVATION IN WAREHOUSING &amp; SUPPLY CHAIN</a:t>
            </a:r>
          </a:p>
        </p:txBody>
      </p:sp>
      <p:sp>
        <p:nvSpPr>
          <p:cNvPr id="11" name="Título 8">
            <a:extLst>
              <a:ext uri="{FF2B5EF4-FFF2-40B4-BE49-F238E27FC236}">
                <a16:creationId xmlns:a16="http://schemas.microsoft.com/office/drawing/2014/main" id="{41835E27-4332-A45D-ADF1-4E8138E2FA69}"/>
              </a:ext>
            </a:extLst>
          </p:cNvPr>
          <p:cNvSpPr txBox="1"/>
          <p:nvPr/>
        </p:nvSpPr>
        <p:spPr>
          <a:xfrm>
            <a:off x="534563" y="906753"/>
            <a:ext cx="4481317" cy="412016"/>
          </a:xfrm>
          <a:prstGeom prst="rect">
            <a:avLst/>
          </a:prstGeom>
        </p:spPr>
        <p:txBody>
          <a:bodyPr vert="horz" wrap="none" lIns="0" tIns="0" rIns="0" bIns="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ts val="3400"/>
              </a:lnSpc>
            </a:pPr>
            <a:r>
              <a:rPr lang="es-ES" sz="2200" b="1" i="0" strike="noStrike" cap="all" spc="0" baseline="0" noProof="0" dirty="0">
                <a:solidFill>
                  <a:srgbClr val="005198"/>
                </a:solidFill>
                <a:effectLst/>
                <a:latin typeface="Arial" panose="020B0604020202020204" pitchFamily="34" charset="0"/>
                <a:ea typeface="Arial"/>
                <a:cs typeface="Arial" panose="020B0604020202020204" pitchFamily="34" charset="0"/>
              </a:rPr>
              <a:t>TEMAS A TRATAR</a:t>
            </a:r>
          </a:p>
        </p:txBody>
      </p:sp>
      <p:cxnSp>
        <p:nvCxnSpPr>
          <p:cNvPr id="12" name="Conector recto 11">
            <a:extLst>
              <a:ext uri="{FF2B5EF4-FFF2-40B4-BE49-F238E27FC236}">
                <a16:creationId xmlns:a16="http://schemas.microsoft.com/office/drawing/2014/main" id="{C9A27C8A-7080-0FBD-010A-DC8FFF9B38F4}"/>
              </a:ext>
            </a:extLst>
          </p:cNvPr>
          <p:cNvCxnSpPr/>
          <p:nvPr/>
        </p:nvCxnSpPr>
        <p:spPr>
          <a:xfrm>
            <a:off x="546867" y="831096"/>
            <a:ext cx="354273" cy="0"/>
          </a:xfrm>
          <a:prstGeom prst="line">
            <a:avLst/>
          </a:prstGeom>
          <a:ln w="31750">
            <a:solidFill>
              <a:srgbClr val="FA6900"/>
            </a:solidFill>
          </a:ln>
        </p:spPr>
        <p:style>
          <a:lnRef idx="1">
            <a:schemeClr val="accent1"/>
          </a:lnRef>
          <a:fillRef idx="0">
            <a:schemeClr val="accent1"/>
          </a:fillRef>
          <a:effectRef idx="0">
            <a:schemeClr val="accent1"/>
          </a:effectRef>
          <a:fontRef idx="minor">
            <a:schemeClr val="tx1"/>
          </a:fontRef>
        </p:style>
      </p:cxnSp>
      <p:sp>
        <p:nvSpPr>
          <p:cNvPr id="13" name="Marcador de número de diapositiva 3">
            <a:extLst>
              <a:ext uri="{FF2B5EF4-FFF2-40B4-BE49-F238E27FC236}">
                <a16:creationId xmlns:a16="http://schemas.microsoft.com/office/drawing/2014/main" id="{0DDB8FF9-C8D0-C9B8-0546-8C3B05E9970D}"/>
              </a:ext>
            </a:extLst>
          </p:cNvPr>
          <p:cNvSpPr>
            <a:spLocks noGrp="1"/>
          </p:cNvSpPr>
          <p:nvPr>
            <p:ph type="sldNum" sz="quarter" idx="4"/>
          </p:nvPr>
        </p:nvSpPr>
        <p:spPr>
          <a:xfrm>
            <a:off x="191344" y="6477216"/>
            <a:ext cx="505019" cy="180000"/>
          </a:xfrm>
          <a:prstGeom prst="rect">
            <a:avLst/>
          </a:prstGeom>
        </p:spPr>
        <p:txBody>
          <a:bodyPr vert="horz" lIns="0" tIns="0" rIns="0" bIns="0" rtlCol="0" anchor="ctr"/>
          <a:lstStyle>
            <a:defPPr>
              <a:defRPr lang="en-US"/>
            </a:defPPr>
            <a:lvl1pPr marL="0" algn="r" defTabSz="457200" rtl="0" eaLnBrk="1" latinLnBrk="0" hangingPunct="1">
              <a:defRPr sz="1050" b="1" kern="1200">
                <a:solidFill>
                  <a:srgbClr val="005198"/>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569C854-9955-467A-873C-E541C97C6FA2}" type="slidenum">
              <a:rPr lang="es-ES" noProof="0" smtClean="0">
                <a:latin typeface="Arial" panose="020B0604020202020204" pitchFamily="34" charset="0"/>
                <a:cs typeface="Arial" panose="020B0604020202020204" pitchFamily="34" charset="0"/>
              </a:rPr>
              <a:t>2</a:t>
            </a:fld>
            <a:endParaRPr lang="es-ES" noProof="0" dirty="0">
              <a:latin typeface="Arial" panose="020B0604020202020204" pitchFamily="34" charset="0"/>
              <a:cs typeface="Arial" panose="020B0604020202020204" pitchFamily="34" charset="0"/>
            </a:endParaRPr>
          </a:p>
        </p:txBody>
      </p:sp>
      <p:sp>
        <p:nvSpPr>
          <p:cNvPr id="14" name="Marcador de pie de página 2">
            <a:extLst>
              <a:ext uri="{FF2B5EF4-FFF2-40B4-BE49-F238E27FC236}">
                <a16:creationId xmlns:a16="http://schemas.microsoft.com/office/drawing/2014/main" id="{33727D34-DFDE-8A69-E621-D9DAF57E3ED3}"/>
              </a:ext>
            </a:extLst>
          </p:cNvPr>
          <p:cNvSpPr>
            <a:spLocks noGrp="1"/>
          </p:cNvSpPr>
          <p:nvPr>
            <p:ph type="ftr" sz="quarter" idx="3"/>
          </p:nvPr>
        </p:nvSpPr>
        <p:spPr>
          <a:xfrm>
            <a:off x="766800" y="6408000"/>
            <a:ext cx="7153350" cy="322448"/>
          </a:xfrm>
        </p:spPr>
        <p:txBody>
          <a:bodyPr/>
          <a:lstStyle/>
          <a:p>
            <a:r>
              <a:rPr lang="es-ES" sz="1050" b="0" i="0" strike="noStrike" cap="none" spc="0" baseline="0" noProof="0" dirty="0">
                <a:solidFill>
                  <a:srgbClr val="005198"/>
                </a:solidFill>
                <a:effectLst/>
                <a:ea typeface="Arial"/>
              </a:rPr>
              <a:t>INNOVATION IN WAREHOUSING AND SUPPLY CHAIN</a:t>
            </a:r>
            <a:endParaRPr lang="es-ES" noProof="0" dirty="0"/>
          </a:p>
        </p:txBody>
      </p:sp>
    </p:spTree>
    <p:extLst>
      <p:ext uri="{BB962C8B-B14F-4D97-AF65-F5344CB8AC3E}">
        <p14:creationId xmlns:p14="http://schemas.microsoft.com/office/powerpoint/2010/main" val="16434817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1D3AE8BB-0D37-AB95-9C19-BA2B9125C760}"/>
              </a:ext>
            </a:extLst>
          </p:cNvPr>
          <p:cNvPicPr>
            <a:picLocks noChangeAspect="1"/>
          </p:cNvPicPr>
          <p:nvPr/>
        </p:nvPicPr>
        <p:blipFill rotWithShape="1">
          <a:blip r:embed="rId4">
            <a:extLst>
              <a:ext uri="{28A0092B-C50C-407E-A947-70E740481C1C}">
                <a14:useLocalDpi xmlns:a14="http://schemas.microsoft.com/office/drawing/2010/main" val="0"/>
              </a:ext>
            </a:extLst>
          </a:blip>
          <a:srcRect l="19945" t="15564" r="4860" b="7951"/>
          <a:stretch/>
        </p:blipFill>
        <p:spPr>
          <a:xfrm>
            <a:off x="-24680" y="0"/>
            <a:ext cx="12216680" cy="6858000"/>
          </a:xfrm>
          <a:prstGeom prst="rect">
            <a:avLst/>
          </a:prstGeom>
        </p:spPr>
      </p:pic>
      <p:graphicFrame>
        <p:nvGraphicFramePr>
          <p:cNvPr id="2" name="Object 1" hidden="1">
            <a:extLst>
              <a:ext uri="{FF2B5EF4-FFF2-40B4-BE49-F238E27FC236}">
                <a16:creationId xmlns:a16="http://schemas.microsoft.com/office/drawing/2014/main" id="{8B2B9B42-495D-42ED-B6A9-1027253DB43D}"/>
              </a:ext>
            </a:extLst>
          </p:cNvPr>
          <p:cNvGraphicFramePr>
            <a:graphicFrameLocks noChangeAspect="1"/>
          </p:cNvGraphicFramePr>
          <p:nvPr>
            <p:custDataLst>
              <p:tags r:id="rId1"/>
            </p:custDataLst>
          </p:nvPr>
        </p:nvGraphicFramePr>
        <p:xfrm>
          <a:off x="1251206" y="1440"/>
          <a:ext cx="1440" cy="1440"/>
        </p:xfrm>
        <a:graphic>
          <a:graphicData uri="http://schemas.openxmlformats.org/presentationml/2006/ole">
            <mc:AlternateContent xmlns:mc="http://schemas.openxmlformats.org/markup-compatibility/2006">
              <mc:Choice xmlns:v="urn:schemas-microsoft-com:vml" Requires="v">
                <p:oleObj name="think-cell Slide" r:id="rId5" imgW="338" imgH="338" progId="TCLayout.ActiveDocument.1">
                  <p:embed/>
                </p:oleObj>
              </mc:Choice>
              <mc:Fallback>
                <p:oleObj name="think-cell Slide" r:id="rId5" imgW="338" imgH="338" progId="TCLayout.ActiveDocument.1">
                  <p:embed/>
                  <p:pic>
                    <p:nvPicPr>
                      <p:cNvPr id="2" name="Object 1" hidden="1">
                        <a:extLst>
                          <a:ext uri="{FF2B5EF4-FFF2-40B4-BE49-F238E27FC236}">
                            <a16:creationId xmlns:a16="http://schemas.microsoft.com/office/drawing/2014/main" id="{8B2B9B42-495D-42ED-B6A9-1027253DB43D}"/>
                          </a:ext>
                        </a:extLst>
                      </p:cNvPr>
                      <p:cNvPicPr/>
                      <p:nvPr/>
                    </p:nvPicPr>
                    <p:blipFill>
                      <a:blip r:embed="rId6"/>
                      <a:stretch>
                        <a:fillRect/>
                      </a:stretch>
                    </p:blipFill>
                    <p:spPr>
                      <a:xfrm>
                        <a:off x="1251206" y="1440"/>
                        <a:ext cx="1440" cy="1440"/>
                      </a:xfrm>
                      <a:prstGeom prst="rect">
                        <a:avLst/>
                      </a:prstGeom>
                    </p:spPr>
                  </p:pic>
                </p:oleObj>
              </mc:Fallback>
            </mc:AlternateContent>
          </a:graphicData>
        </a:graphic>
      </p:graphicFrame>
      <p:cxnSp>
        <p:nvCxnSpPr>
          <p:cNvPr id="18" name="Conector recto 15">
            <a:extLst>
              <a:ext uri="{FF2B5EF4-FFF2-40B4-BE49-F238E27FC236}">
                <a16:creationId xmlns:a16="http://schemas.microsoft.com/office/drawing/2014/main" id="{6BEC4EB3-4FD5-2E3A-88E8-CA4478EFE2A5}"/>
              </a:ext>
            </a:extLst>
          </p:cNvPr>
          <p:cNvCxnSpPr/>
          <p:nvPr/>
        </p:nvCxnSpPr>
        <p:spPr>
          <a:xfrm>
            <a:off x="695401" y="3573016"/>
            <a:ext cx="540000" cy="0"/>
          </a:xfrm>
          <a:prstGeom prst="line">
            <a:avLst/>
          </a:prstGeom>
          <a:ln w="57150">
            <a:solidFill>
              <a:srgbClr val="FA6900"/>
            </a:solidFill>
          </a:ln>
        </p:spPr>
        <p:style>
          <a:lnRef idx="1">
            <a:schemeClr val="accent1"/>
          </a:lnRef>
          <a:fillRef idx="0">
            <a:schemeClr val="accent1"/>
          </a:fillRef>
          <a:effectRef idx="0">
            <a:schemeClr val="accent1"/>
          </a:effectRef>
          <a:fontRef idx="minor">
            <a:schemeClr val="tx1"/>
          </a:fontRef>
        </p:style>
      </p:cxnSp>
      <p:sp>
        <p:nvSpPr>
          <p:cNvPr id="19" name="CuadroTexto 34">
            <a:extLst>
              <a:ext uri="{FF2B5EF4-FFF2-40B4-BE49-F238E27FC236}">
                <a16:creationId xmlns:a16="http://schemas.microsoft.com/office/drawing/2014/main" id="{BCA773F1-9CA2-84AB-C2DE-25C07DD82337}"/>
              </a:ext>
            </a:extLst>
          </p:cNvPr>
          <p:cNvSpPr txBox="1"/>
          <p:nvPr/>
        </p:nvSpPr>
        <p:spPr>
          <a:xfrm>
            <a:off x="695401" y="3832736"/>
            <a:ext cx="4954628" cy="430887"/>
          </a:xfrm>
          <a:prstGeom prst="rect">
            <a:avLst/>
          </a:prstGeom>
          <a:noFill/>
          <a:ln cap="flat">
            <a:noFill/>
          </a:ln>
        </p:spPr>
        <p:txBody>
          <a:bodyPr vert="horz" wrap="square" lIns="0" tIns="0" rIns="0" bIns="0" anchor="t" anchorCtr="0" compatLnSpc="1">
            <a:spAutoFit/>
          </a:bodyPr>
          <a:lstStyle>
            <a:defPPr>
              <a:defRPr lang="en-US"/>
            </a:defPPr>
            <a:lvl1pPr algn="ctr">
              <a:defRPr sz="1200" b="1">
                <a:solidFill>
                  <a:schemeClr val="bg1">
                    <a:lumMod val="50000"/>
                  </a:schemeClr>
                </a:solidFill>
              </a:defRPr>
            </a:lvl1pPr>
          </a:lstStyle>
          <a:p>
            <a:pPr algn="l"/>
            <a:r>
              <a:rPr lang="es-ES" sz="2800" noProof="0" dirty="0">
                <a:solidFill>
                  <a:srgbClr val="FFFFFF"/>
                </a:solidFill>
                <a:latin typeface="Arial" panose="020B0604020202020204" pitchFamily="34" charset="0"/>
                <a:ea typeface="Arial"/>
                <a:cs typeface="Arial" panose="020B0604020202020204" pitchFamily="34" charset="0"/>
              </a:rPr>
              <a:t>ESTADO PROYECTOS</a:t>
            </a:r>
            <a:endParaRPr lang="es-ES" sz="2800" b="1" i="0" strike="noStrike" cap="none" spc="0" baseline="0" noProof="0" dirty="0">
              <a:solidFill>
                <a:srgbClr val="FFFFFF"/>
              </a:solidFill>
              <a:effectLst/>
              <a:latin typeface="Arial" panose="020B0604020202020204" pitchFamily="34" charset="0"/>
              <a:ea typeface="Arial"/>
              <a:cs typeface="Arial" panose="020B0604020202020204" pitchFamily="34" charset="0"/>
            </a:endParaRPr>
          </a:p>
        </p:txBody>
      </p:sp>
      <p:sp>
        <p:nvSpPr>
          <p:cNvPr id="23" name="CuadroTexto 34">
            <a:extLst>
              <a:ext uri="{FF2B5EF4-FFF2-40B4-BE49-F238E27FC236}">
                <a16:creationId xmlns:a16="http://schemas.microsoft.com/office/drawing/2014/main" id="{FB1FAF3A-5E05-9AAA-D269-42737D92AA36}"/>
              </a:ext>
            </a:extLst>
          </p:cNvPr>
          <p:cNvSpPr txBox="1"/>
          <p:nvPr/>
        </p:nvSpPr>
        <p:spPr>
          <a:xfrm>
            <a:off x="20440" y="3055458"/>
            <a:ext cx="2289313" cy="419047"/>
          </a:xfrm>
          <a:prstGeom prst="rect">
            <a:avLst/>
          </a:prstGeom>
          <a:noFill/>
          <a:ln cap="flat">
            <a:noFill/>
          </a:ln>
        </p:spPr>
        <p:txBody>
          <a:bodyPr vert="horz" wrap="square" lIns="0" tIns="0" rIns="0" bIns="0" anchor="ctr" anchorCtr="0" compatLnSpc="1">
            <a:spAutoFit/>
          </a:bodyPr>
          <a:lstStyle/>
          <a:p>
            <a:pPr marL="0" marR="0" lvl="0" indent="0" algn="ctr" defTabSz="914217" rtl="0" fontAlgn="auto" hangingPunct="1">
              <a:lnSpc>
                <a:spcPts val="1600"/>
              </a:lnSpc>
              <a:spcBef>
                <a:spcPct val="0"/>
              </a:spcBef>
              <a:spcAft>
                <a:spcPct val="0"/>
              </a:spcAft>
              <a:buNone/>
              <a:defRPr sz="1800" b="0" i="0" u="none" strike="noStrike" kern="0" cap="none" spc="0" baseline="0">
                <a:solidFill>
                  <a:srgbClr val="000000"/>
                </a:solidFill>
                <a:uFillTx/>
              </a:defRPr>
            </a:pPr>
            <a:r>
              <a:rPr lang="es-ES" sz="8800" b="1" i="0" strike="noStrike" cap="none" spc="0" baseline="0" noProof="0" dirty="0">
                <a:solidFill>
                  <a:srgbClr val="FFFFFF"/>
                </a:solidFill>
                <a:effectLst/>
                <a:latin typeface="Arial" panose="020B0604020202020204" pitchFamily="34" charset="0"/>
                <a:ea typeface="Arial"/>
                <a:cs typeface="Arial" panose="020B0604020202020204" pitchFamily="34" charset="0"/>
              </a:rPr>
              <a:t>01</a:t>
            </a:r>
            <a:endParaRPr lang="es-ES" sz="8800" b="1" i="0" u="none" strike="noStrike" kern="1200" cap="none" spc="0" baseline="0" noProof="0" dirty="0">
              <a:solidFill>
                <a:schemeClr val="bg1"/>
              </a:solidFill>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70187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CuadroTexto 137">
            <a:extLst>
              <a:ext uri="{FF2B5EF4-FFF2-40B4-BE49-F238E27FC236}">
                <a16:creationId xmlns:a16="http://schemas.microsoft.com/office/drawing/2014/main" id="{719ACDDE-B06C-055E-5AA7-3FE66521F5A2}"/>
              </a:ext>
            </a:extLst>
          </p:cNvPr>
          <p:cNvSpPr txBox="1"/>
          <p:nvPr/>
        </p:nvSpPr>
        <p:spPr>
          <a:xfrm>
            <a:off x="534563" y="255103"/>
            <a:ext cx="6178550" cy="276999"/>
          </a:xfrm>
          <a:prstGeom prst="rect">
            <a:avLst/>
          </a:prstGeom>
          <a:noFill/>
        </p:spPr>
        <p:txBody>
          <a:bodyPr wrap="square" lIns="0" rIns="0">
            <a:spAutoFit/>
          </a:bodyPr>
          <a:lstStyle/>
          <a:p>
            <a:r>
              <a:rPr lang="es-ES" sz="1200" noProof="0" dirty="0">
                <a:solidFill>
                  <a:schemeClr val="bg1">
                    <a:lumMod val="50000"/>
                  </a:schemeClr>
                </a:solidFill>
                <a:latin typeface="Arial" panose="020B0604020202020204" pitchFamily="34" charset="0"/>
                <a:ea typeface="Arial"/>
                <a:cs typeface="Arial" panose="020B0604020202020204" pitchFamily="34" charset="0"/>
              </a:rPr>
              <a:t>AMPLIACIONES</a:t>
            </a:r>
            <a:endParaRPr lang="es-ES" sz="1200" b="0" i="0" strike="noStrike" cap="none" spc="0" baseline="0" noProof="0" dirty="0">
              <a:solidFill>
                <a:schemeClr val="bg1">
                  <a:lumMod val="50000"/>
                </a:schemeClr>
              </a:solidFill>
              <a:effectLst/>
              <a:latin typeface="Arial" panose="020B0604020202020204" pitchFamily="34" charset="0"/>
              <a:ea typeface="Arial"/>
              <a:cs typeface="Arial" panose="020B0604020202020204" pitchFamily="34" charset="0"/>
            </a:endParaRPr>
          </a:p>
        </p:txBody>
      </p:sp>
      <p:sp>
        <p:nvSpPr>
          <p:cNvPr id="139" name="Título 8">
            <a:extLst>
              <a:ext uri="{FF2B5EF4-FFF2-40B4-BE49-F238E27FC236}">
                <a16:creationId xmlns:a16="http://schemas.microsoft.com/office/drawing/2014/main" id="{A32EA241-5E6E-9F8A-5D87-38081E42DA4E}"/>
              </a:ext>
            </a:extLst>
          </p:cNvPr>
          <p:cNvSpPr txBox="1"/>
          <p:nvPr/>
        </p:nvSpPr>
        <p:spPr>
          <a:xfrm>
            <a:off x="534563" y="861910"/>
            <a:ext cx="7512157" cy="536362"/>
          </a:xfrm>
          <a:prstGeom prst="rect">
            <a:avLst/>
          </a:prstGeom>
        </p:spPr>
        <p:txBody>
          <a:bodyPr vert="horz" wrap="none" lIns="0" tIns="0" rIns="0" bIns="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ts val="2800"/>
              </a:lnSpc>
            </a:pPr>
            <a:r>
              <a:rPr lang="es-ES" sz="2200" b="1" i="0" strike="noStrike" cap="all" spc="0" baseline="0" noProof="0" dirty="0">
                <a:solidFill>
                  <a:srgbClr val="005198"/>
                </a:solidFill>
                <a:effectLst/>
                <a:latin typeface="Arial" panose="020B0604020202020204" pitchFamily="34" charset="0"/>
                <a:ea typeface="Arial"/>
                <a:cs typeface="Arial" panose="020B0604020202020204" pitchFamily="34" charset="0"/>
              </a:rPr>
              <a:t>ESTADO PROYECTOS</a:t>
            </a:r>
          </a:p>
          <a:p>
            <a:pPr>
              <a:lnSpc>
                <a:spcPts val="3400"/>
              </a:lnSpc>
            </a:pPr>
            <a:endParaRPr lang="es-ES" sz="2200" b="1" i="0" strike="noStrike" cap="all" spc="0" baseline="0" noProof="0" dirty="0">
              <a:solidFill>
                <a:srgbClr val="005198"/>
              </a:solidFill>
              <a:effectLst/>
              <a:latin typeface="Arial" panose="020B0604020202020204" pitchFamily="34" charset="0"/>
              <a:ea typeface="Arial"/>
              <a:cs typeface="Arial" panose="020B0604020202020204" pitchFamily="34" charset="0"/>
            </a:endParaRPr>
          </a:p>
        </p:txBody>
      </p:sp>
      <p:cxnSp>
        <p:nvCxnSpPr>
          <p:cNvPr id="140" name="Conector recto 139">
            <a:extLst>
              <a:ext uri="{FF2B5EF4-FFF2-40B4-BE49-F238E27FC236}">
                <a16:creationId xmlns:a16="http://schemas.microsoft.com/office/drawing/2014/main" id="{ABFADFF7-D7C9-0756-4361-47FB190267C3}"/>
              </a:ext>
            </a:extLst>
          </p:cNvPr>
          <p:cNvCxnSpPr/>
          <p:nvPr/>
        </p:nvCxnSpPr>
        <p:spPr>
          <a:xfrm>
            <a:off x="546867" y="831096"/>
            <a:ext cx="354273" cy="0"/>
          </a:xfrm>
          <a:prstGeom prst="line">
            <a:avLst/>
          </a:prstGeom>
          <a:ln w="31750">
            <a:solidFill>
              <a:srgbClr val="FA6900"/>
            </a:solidFill>
          </a:ln>
        </p:spPr>
        <p:style>
          <a:lnRef idx="1">
            <a:schemeClr val="accent1"/>
          </a:lnRef>
          <a:fillRef idx="0">
            <a:schemeClr val="accent1"/>
          </a:fillRef>
          <a:effectRef idx="0">
            <a:schemeClr val="accent1"/>
          </a:effectRef>
          <a:fontRef idx="minor">
            <a:schemeClr val="tx1"/>
          </a:fontRef>
        </p:style>
      </p:cxnSp>
      <p:sp>
        <p:nvSpPr>
          <p:cNvPr id="141" name="Marcador de número de diapositiva 3">
            <a:extLst>
              <a:ext uri="{FF2B5EF4-FFF2-40B4-BE49-F238E27FC236}">
                <a16:creationId xmlns:a16="http://schemas.microsoft.com/office/drawing/2014/main" id="{10EC2D02-8D7A-060B-5D8F-A7CFC45F8911}"/>
              </a:ext>
            </a:extLst>
          </p:cNvPr>
          <p:cNvSpPr>
            <a:spLocks noGrp="1"/>
          </p:cNvSpPr>
          <p:nvPr>
            <p:ph type="sldNum" sz="quarter" idx="4"/>
          </p:nvPr>
        </p:nvSpPr>
        <p:spPr>
          <a:xfrm>
            <a:off x="191344" y="6477216"/>
            <a:ext cx="505019" cy="180000"/>
          </a:xfrm>
          <a:prstGeom prst="rect">
            <a:avLst/>
          </a:prstGeom>
        </p:spPr>
        <p:txBody>
          <a:bodyPr vert="horz" lIns="0" tIns="0" rIns="0" bIns="0" rtlCol="0" anchor="ctr"/>
          <a:lstStyle>
            <a:defPPr>
              <a:defRPr lang="en-US"/>
            </a:defPPr>
            <a:lvl1pPr marL="0" algn="r" defTabSz="457200" rtl="0" eaLnBrk="1" latinLnBrk="0" hangingPunct="1">
              <a:defRPr sz="1050" b="1" kern="1200">
                <a:solidFill>
                  <a:srgbClr val="005198"/>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569C854-9955-467A-873C-E541C97C6FA2}" type="slidenum">
              <a:rPr lang="es-ES" noProof="0" smtClean="0">
                <a:latin typeface="Arial" panose="020B0604020202020204" pitchFamily="34" charset="0"/>
                <a:cs typeface="Arial" panose="020B0604020202020204" pitchFamily="34" charset="0"/>
              </a:rPr>
              <a:t>4</a:t>
            </a:fld>
            <a:endParaRPr lang="es-ES" noProof="0" dirty="0">
              <a:latin typeface="Arial" panose="020B0604020202020204" pitchFamily="34" charset="0"/>
              <a:cs typeface="Arial" panose="020B0604020202020204" pitchFamily="34" charset="0"/>
            </a:endParaRPr>
          </a:p>
        </p:txBody>
      </p:sp>
      <p:sp>
        <p:nvSpPr>
          <p:cNvPr id="2" name="Marcador de pie de página 2">
            <a:extLst>
              <a:ext uri="{FF2B5EF4-FFF2-40B4-BE49-F238E27FC236}">
                <a16:creationId xmlns:a16="http://schemas.microsoft.com/office/drawing/2014/main" id="{48AA4F43-C571-B0D2-B3BC-C74A0E4A8DBC}"/>
              </a:ext>
            </a:extLst>
          </p:cNvPr>
          <p:cNvSpPr>
            <a:spLocks noGrp="1"/>
          </p:cNvSpPr>
          <p:nvPr>
            <p:ph type="ftr" sz="quarter" idx="3"/>
          </p:nvPr>
        </p:nvSpPr>
        <p:spPr>
          <a:xfrm>
            <a:off x="766800" y="6348827"/>
            <a:ext cx="7153350" cy="322448"/>
          </a:xfrm>
        </p:spPr>
        <p:txBody>
          <a:bodyPr/>
          <a:lstStyle/>
          <a:p>
            <a:r>
              <a:rPr lang="es-ES" sz="1050" b="0" i="0" strike="noStrike" cap="none" spc="0" baseline="0" noProof="0" dirty="0">
                <a:solidFill>
                  <a:srgbClr val="005198"/>
                </a:solidFill>
                <a:effectLst/>
                <a:ea typeface="Arial"/>
              </a:rPr>
              <a:t>INNOVATION IN WAREHOUSING AND SUPPLY CHAIN</a:t>
            </a:r>
            <a:endParaRPr lang="es-ES" noProof="0" dirty="0"/>
          </a:p>
        </p:txBody>
      </p:sp>
      <p:graphicFrame>
        <p:nvGraphicFramePr>
          <p:cNvPr id="5" name="Chart 1">
            <a:extLst>
              <a:ext uri="{FF2B5EF4-FFF2-40B4-BE49-F238E27FC236}">
                <a16:creationId xmlns:a16="http://schemas.microsoft.com/office/drawing/2014/main" id="{138D2256-EFC7-40BE-83A9-0336441CF992}"/>
              </a:ext>
            </a:extLst>
          </p:cNvPr>
          <p:cNvGraphicFramePr>
            <a:graphicFrameLocks/>
          </p:cNvGraphicFramePr>
          <p:nvPr>
            <p:extLst>
              <p:ext uri="{D42A27DB-BD31-4B8C-83A1-F6EECF244321}">
                <p14:modId xmlns:p14="http://schemas.microsoft.com/office/powerpoint/2010/main" val="1946637172"/>
              </p:ext>
            </p:extLst>
          </p:nvPr>
        </p:nvGraphicFramePr>
        <p:xfrm>
          <a:off x="315884" y="1288473"/>
          <a:ext cx="11557515" cy="23774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t_Graf_02_Horas">
            <a:extLst>
              <a:ext uri="{FF2B5EF4-FFF2-40B4-BE49-F238E27FC236}">
                <a16:creationId xmlns:a16="http://schemas.microsoft.com/office/drawing/2014/main" id="{D27839A4-6DE2-4DD6-943D-96E3F25E8DEC}"/>
              </a:ext>
            </a:extLst>
          </p:cNvPr>
          <p:cNvGraphicFramePr>
            <a:graphicFrameLocks/>
          </p:cNvGraphicFramePr>
          <p:nvPr>
            <p:extLst>
              <p:ext uri="{D42A27DB-BD31-4B8C-83A1-F6EECF244321}">
                <p14:modId xmlns:p14="http://schemas.microsoft.com/office/powerpoint/2010/main" val="1158981494"/>
              </p:ext>
            </p:extLst>
          </p:nvPr>
        </p:nvGraphicFramePr>
        <p:xfrm>
          <a:off x="211307" y="3933768"/>
          <a:ext cx="11766667" cy="2275592"/>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7834611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CuadroTexto 137">
            <a:extLst>
              <a:ext uri="{FF2B5EF4-FFF2-40B4-BE49-F238E27FC236}">
                <a16:creationId xmlns:a16="http://schemas.microsoft.com/office/drawing/2014/main" id="{719ACDDE-B06C-055E-5AA7-3FE66521F5A2}"/>
              </a:ext>
            </a:extLst>
          </p:cNvPr>
          <p:cNvSpPr txBox="1"/>
          <p:nvPr/>
        </p:nvSpPr>
        <p:spPr>
          <a:xfrm>
            <a:off x="534563" y="255103"/>
            <a:ext cx="6178550" cy="276999"/>
          </a:xfrm>
          <a:prstGeom prst="rect">
            <a:avLst/>
          </a:prstGeom>
          <a:noFill/>
        </p:spPr>
        <p:txBody>
          <a:bodyPr wrap="square" lIns="0" rIns="0">
            <a:spAutoFit/>
          </a:bodyPr>
          <a:lstStyle/>
          <a:p>
            <a:r>
              <a:rPr lang="es-ES" sz="1200" noProof="0" dirty="0">
                <a:solidFill>
                  <a:schemeClr val="bg1">
                    <a:lumMod val="50000"/>
                  </a:schemeClr>
                </a:solidFill>
                <a:latin typeface="Arial" panose="020B0604020202020204" pitchFamily="34" charset="0"/>
                <a:ea typeface="Arial"/>
                <a:cs typeface="Arial" panose="020B0604020202020204" pitchFamily="34" charset="0"/>
              </a:rPr>
              <a:t>AMPLIACIONES</a:t>
            </a:r>
            <a:endParaRPr lang="es-ES" sz="1200" b="0" i="0" strike="noStrike" cap="none" spc="0" baseline="0" noProof="0" dirty="0">
              <a:solidFill>
                <a:schemeClr val="bg1">
                  <a:lumMod val="50000"/>
                </a:schemeClr>
              </a:solidFill>
              <a:effectLst/>
              <a:latin typeface="Arial" panose="020B0604020202020204" pitchFamily="34" charset="0"/>
              <a:ea typeface="Arial"/>
              <a:cs typeface="Arial" panose="020B0604020202020204" pitchFamily="34" charset="0"/>
            </a:endParaRPr>
          </a:p>
        </p:txBody>
      </p:sp>
      <p:sp>
        <p:nvSpPr>
          <p:cNvPr id="139" name="Título 8">
            <a:extLst>
              <a:ext uri="{FF2B5EF4-FFF2-40B4-BE49-F238E27FC236}">
                <a16:creationId xmlns:a16="http://schemas.microsoft.com/office/drawing/2014/main" id="{A32EA241-5E6E-9F8A-5D87-38081E42DA4E}"/>
              </a:ext>
            </a:extLst>
          </p:cNvPr>
          <p:cNvSpPr txBox="1"/>
          <p:nvPr/>
        </p:nvSpPr>
        <p:spPr>
          <a:xfrm>
            <a:off x="534563" y="861910"/>
            <a:ext cx="7512157" cy="536362"/>
          </a:xfrm>
          <a:prstGeom prst="rect">
            <a:avLst/>
          </a:prstGeom>
        </p:spPr>
        <p:txBody>
          <a:bodyPr vert="horz" wrap="none" lIns="0" tIns="0" rIns="0" bIns="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ts val="2800"/>
              </a:lnSpc>
            </a:pPr>
            <a:r>
              <a:rPr lang="es-ES" sz="2200" b="1" i="0" strike="noStrike" cap="all" spc="0" baseline="0" noProof="0" dirty="0">
                <a:solidFill>
                  <a:srgbClr val="005198"/>
                </a:solidFill>
                <a:effectLst/>
                <a:latin typeface="Arial" panose="020B0604020202020204" pitchFamily="34" charset="0"/>
                <a:ea typeface="Arial"/>
                <a:cs typeface="Arial" panose="020B0604020202020204" pitchFamily="34" charset="0"/>
              </a:rPr>
              <a:t>Resumen de proyecto entradas – salidas</a:t>
            </a:r>
          </a:p>
        </p:txBody>
      </p:sp>
      <p:cxnSp>
        <p:nvCxnSpPr>
          <p:cNvPr id="140" name="Conector recto 139">
            <a:extLst>
              <a:ext uri="{FF2B5EF4-FFF2-40B4-BE49-F238E27FC236}">
                <a16:creationId xmlns:a16="http://schemas.microsoft.com/office/drawing/2014/main" id="{ABFADFF7-D7C9-0756-4361-47FB190267C3}"/>
              </a:ext>
            </a:extLst>
          </p:cNvPr>
          <p:cNvCxnSpPr/>
          <p:nvPr/>
        </p:nvCxnSpPr>
        <p:spPr>
          <a:xfrm>
            <a:off x="546867" y="831096"/>
            <a:ext cx="354273" cy="0"/>
          </a:xfrm>
          <a:prstGeom prst="line">
            <a:avLst/>
          </a:prstGeom>
          <a:ln w="31750">
            <a:solidFill>
              <a:srgbClr val="FA6900"/>
            </a:solidFill>
          </a:ln>
        </p:spPr>
        <p:style>
          <a:lnRef idx="1">
            <a:schemeClr val="accent1"/>
          </a:lnRef>
          <a:fillRef idx="0">
            <a:schemeClr val="accent1"/>
          </a:fillRef>
          <a:effectRef idx="0">
            <a:schemeClr val="accent1"/>
          </a:effectRef>
          <a:fontRef idx="minor">
            <a:schemeClr val="tx1"/>
          </a:fontRef>
        </p:style>
      </p:cxnSp>
      <p:sp>
        <p:nvSpPr>
          <p:cNvPr id="141" name="Marcador de número de diapositiva 3">
            <a:extLst>
              <a:ext uri="{FF2B5EF4-FFF2-40B4-BE49-F238E27FC236}">
                <a16:creationId xmlns:a16="http://schemas.microsoft.com/office/drawing/2014/main" id="{10EC2D02-8D7A-060B-5D8F-A7CFC45F8911}"/>
              </a:ext>
            </a:extLst>
          </p:cNvPr>
          <p:cNvSpPr>
            <a:spLocks noGrp="1"/>
          </p:cNvSpPr>
          <p:nvPr>
            <p:ph type="sldNum" sz="quarter" idx="4"/>
          </p:nvPr>
        </p:nvSpPr>
        <p:spPr>
          <a:xfrm>
            <a:off x="191344" y="6477216"/>
            <a:ext cx="505019" cy="180000"/>
          </a:xfrm>
          <a:prstGeom prst="rect">
            <a:avLst/>
          </a:prstGeom>
        </p:spPr>
        <p:txBody>
          <a:bodyPr vert="horz" lIns="0" tIns="0" rIns="0" bIns="0" rtlCol="0" anchor="ctr"/>
          <a:lstStyle>
            <a:defPPr>
              <a:defRPr lang="en-US"/>
            </a:defPPr>
            <a:lvl1pPr marL="0" algn="r" defTabSz="457200" rtl="0" eaLnBrk="1" latinLnBrk="0" hangingPunct="1">
              <a:defRPr sz="1050" b="1" kern="1200">
                <a:solidFill>
                  <a:srgbClr val="005198"/>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569C854-9955-467A-873C-E541C97C6FA2}" type="slidenum">
              <a:rPr lang="es-ES" noProof="0" smtClean="0">
                <a:latin typeface="Arial" panose="020B0604020202020204" pitchFamily="34" charset="0"/>
                <a:cs typeface="Arial" panose="020B0604020202020204" pitchFamily="34" charset="0"/>
              </a:rPr>
              <a:t>5</a:t>
            </a:fld>
            <a:endParaRPr lang="es-ES" noProof="0" dirty="0">
              <a:latin typeface="Arial" panose="020B0604020202020204" pitchFamily="34" charset="0"/>
              <a:cs typeface="Arial" panose="020B0604020202020204" pitchFamily="34" charset="0"/>
            </a:endParaRPr>
          </a:p>
        </p:txBody>
      </p:sp>
      <p:sp>
        <p:nvSpPr>
          <p:cNvPr id="2" name="Marcador de pie de página 2">
            <a:extLst>
              <a:ext uri="{FF2B5EF4-FFF2-40B4-BE49-F238E27FC236}">
                <a16:creationId xmlns:a16="http://schemas.microsoft.com/office/drawing/2014/main" id="{48AA4F43-C571-B0D2-B3BC-C74A0E4A8DBC}"/>
              </a:ext>
            </a:extLst>
          </p:cNvPr>
          <p:cNvSpPr>
            <a:spLocks noGrp="1"/>
          </p:cNvSpPr>
          <p:nvPr>
            <p:ph type="ftr" sz="quarter" idx="3"/>
          </p:nvPr>
        </p:nvSpPr>
        <p:spPr>
          <a:xfrm>
            <a:off x="766800" y="6408000"/>
            <a:ext cx="7153350" cy="322448"/>
          </a:xfrm>
        </p:spPr>
        <p:txBody>
          <a:bodyPr/>
          <a:lstStyle/>
          <a:p>
            <a:r>
              <a:rPr lang="es-ES" sz="1050" b="0" i="0" strike="noStrike" cap="none" spc="0" baseline="0" noProof="0" dirty="0">
                <a:solidFill>
                  <a:srgbClr val="005198"/>
                </a:solidFill>
                <a:effectLst/>
                <a:ea typeface="Arial"/>
              </a:rPr>
              <a:t>INNOVATION IN WAREHOUSING AND SUPPLY CHAIN</a:t>
            </a:r>
            <a:endParaRPr lang="es-ES" noProof="0" dirty="0"/>
          </a:p>
        </p:txBody>
      </p:sp>
      <p:sp>
        <p:nvSpPr>
          <p:cNvPr id="5" name="Marcador de texto 27">
            <a:extLst>
              <a:ext uri="{FF2B5EF4-FFF2-40B4-BE49-F238E27FC236}">
                <a16:creationId xmlns:a16="http://schemas.microsoft.com/office/drawing/2014/main" id="{D3289F83-EC32-C673-B373-4FC0ED837680}"/>
              </a:ext>
            </a:extLst>
          </p:cNvPr>
          <p:cNvSpPr txBox="1">
            <a:spLocks/>
          </p:cNvSpPr>
          <p:nvPr/>
        </p:nvSpPr>
        <p:spPr>
          <a:xfrm>
            <a:off x="697967" y="1287676"/>
            <a:ext cx="5251079" cy="4791309"/>
          </a:xfrm>
          <a:prstGeom prst="rect">
            <a:avLst/>
          </a:prstGeom>
          <a:noFill/>
        </p:spPr>
        <p:txBody>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sz="2400" b="1" noProof="0" dirty="0">
                <a:latin typeface="Segoe UI" panose="020B0502040204020203" pitchFamily="34" charset="0"/>
                <a:cs typeface="Segoe UI" panose="020B0502040204020203" pitchFamily="34" charset="0"/>
              </a:rPr>
              <a:t>ENTRADAS</a:t>
            </a:r>
            <a:r>
              <a:rPr lang="es-ES" sz="1600" b="1" noProof="0" dirty="0">
                <a:latin typeface="Segoe UI" panose="020B0502040204020203" pitchFamily="34" charset="0"/>
                <a:cs typeface="Segoe UI" panose="020B0502040204020203" pitchFamily="34" charset="0"/>
              </a:rPr>
              <a:t>: ( </a:t>
            </a:r>
            <a:r>
              <a:rPr lang="es-ES" sz="1600" b="1" dirty="0">
                <a:latin typeface="Segoe UI" panose="020B0502040204020203" pitchFamily="34" charset="0"/>
                <a:cs typeface="Segoe UI" panose="020B0502040204020203" pitchFamily="34" charset="0"/>
              </a:rPr>
              <a:t>1277 </a:t>
            </a:r>
            <a:r>
              <a:rPr lang="es-ES" sz="1600" b="1" noProof="0" dirty="0">
                <a:latin typeface="Segoe UI" panose="020B0502040204020203" pitchFamily="34" charset="0"/>
                <a:cs typeface="Segoe UI" panose="020B0502040204020203" pitchFamily="34" charset="0"/>
              </a:rPr>
              <a:t>h)</a:t>
            </a:r>
          </a:p>
          <a:p>
            <a:pPr marL="342900" indent="-342900">
              <a:buFont typeface="Arial" panose="020B0604020202020204" pitchFamily="34" charset="0"/>
              <a:buChar char="•"/>
            </a:pPr>
            <a:r>
              <a:rPr lang="es-ES" sz="1600" b="1" noProof="0" dirty="0">
                <a:latin typeface="Segoe UI" panose="020B0502040204020203" pitchFamily="34" charset="0"/>
                <a:cs typeface="Segoe UI" panose="020B0502040204020203" pitchFamily="34" charset="0"/>
              </a:rPr>
              <a:t>Cambio horas proyectos existentes: </a:t>
            </a:r>
            <a:r>
              <a:rPr lang="es-ES" sz="1600" b="1" noProof="0" dirty="0">
                <a:solidFill>
                  <a:srgbClr val="FF8205"/>
                </a:solidFill>
                <a:latin typeface="Segoe UI" panose="020B0502040204020203" pitchFamily="34" charset="0"/>
                <a:cs typeface="Segoe UI" panose="020B0502040204020203" pitchFamily="34" charset="0"/>
              </a:rPr>
              <a:t>154 h </a:t>
            </a:r>
            <a:endParaRPr lang="es-ES" sz="1000" b="1" noProof="0" dirty="0">
              <a:solidFill>
                <a:srgbClr val="005892"/>
              </a:solidFill>
              <a:latin typeface="Segoe UI" panose="020B0502040204020203" pitchFamily="34" charset="0"/>
              <a:cs typeface="Segoe UI" panose="020B0502040204020203" pitchFamily="34" charset="0"/>
            </a:endParaRPr>
          </a:p>
          <a:p>
            <a:pPr marL="1028700" lvl="1" indent="-342900"/>
            <a:r>
              <a:rPr lang="es-ES" sz="900" b="1" dirty="0">
                <a:solidFill>
                  <a:srgbClr val="005892"/>
                </a:solidFill>
                <a:latin typeface="Segoe UI" panose="020B0502040204020203" pitchFamily="34" charset="0"/>
                <a:cs typeface="Segoe UI" panose="020B0502040204020203" pitchFamily="34" charset="0"/>
              </a:rPr>
              <a:t>YAYA B.V. (-4 h)</a:t>
            </a:r>
          </a:p>
          <a:p>
            <a:pPr marL="1028700" lvl="1" indent="-342900"/>
            <a:r>
              <a:rPr lang="es-ES" sz="900" b="1" dirty="0">
                <a:solidFill>
                  <a:srgbClr val="005892"/>
                </a:solidFill>
                <a:latin typeface="Segoe UI" panose="020B0502040204020203" pitchFamily="34" charset="0"/>
                <a:cs typeface="Segoe UI" panose="020B0502040204020203" pitchFamily="34" charset="0"/>
              </a:rPr>
              <a:t>GIL FAMILY ESTATES SL (-4 h)</a:t>
            </a:r>
          </a:p>
          <a:p>
            <a:pPr marL="1028700" lvl="1" indent="-342900"/>
            <a:r>
              <a:rPr lang="es-ES" sz="900" b="1" dirty="0">
                <a:solidFill>
                  <a:srgbClr val="005892"/>
                </a:solidFill>
                <a:latin typeface="Segoe UI" panose="020B0502040204020203" pitchFamily="34" charset="0"/>
                <a:cs typeface="Segoe UI" panose="020B0502040204020203" pitchFamily="34" charset="0"/>
              </a:rPr>
              <a:t>TADIM ( 105 h)</a:t>
            </a:r>
          </a:p>
          <a:p>
            <a:pPr marL="1028700" lvl="1" indent="-342900"/>
            <a:r>
              <a:rPr lang="es-ES" sz="900" b="1" noProof="0" dirty="0">
                <a:solidFill>
                  <a:srgbClr val="005892"/>
                </a:solidFill>
                <a:latin typeface="Segoe UI" panose="020B0502040204020203" pitchFamily="34" charset="0"/>
                <a:cs typeface="Segoe UI" panose="020B0502040204020203" pitchFamily="34" charset="0"/>
              </a:rPr>
              <a:t>Motos Bordoy (8 h)</a:t>
            </a:r>
          </a:p>
          <a:p>
            <a:pPr marL="1028700" lvl="1" indent="-342900"/>
            <a:r>
              <a:rPr lang="es-ES" sz="900" b="1" noProof="0" dirty="0">
                <a:solidFill>
                  <a:srgbClr val="005892"/>
                </a:solidFill>
                <a:latin typeface="Segoe UI" panose="020B0502040204020203" pitchFamily="34" charset="0"/>
                <a:cs typeface="Segoe UI" panose="020B0502040204020203" pitchFamily="34" charset="0"/>
              </a:rPr>
              <a:t>Comercial Pedro (-1 h)</a:t>
            </a:r>
          </a:p>
          <a:p>
            <a:pPr marL="1028700" lvl="1" indent="-342900"/>
            <a:r>
              <a:rPr lang="es-ES" sz="900" b="1" dirty="0">
                <a:solidFill>
                  <a:srgbClr val="005892"/>
                </a:solidFill>
                <a:latin typeface="Segoe UI" panose="020B0502040204020203" pitchFamily="34" charset="0"/>
                <a:cs typeface="Segoe UI" panose="020B0502040204020203" pitchFamily="34" charset="0"/>
              </a:rPr>
              <a:t>Postres Reina (38 h)</a:t>
            </a:r>
          </a:p>
          <a:p>
            <a:pPr marL="1028700" lvl="1" indent="-342900"/>
            <a:r>
              <a:rPr lang="es-ES" sz="900" b="1" noProof="0" dirty="0">
                <a:solidFill>
                  <a:srgbClr val="005892"/>
                </a:solidFill>
                <a:latin typeface="Segoe UI" panose="020B0502040204020203" pitchFamily="34" charset="0"/>
                <a:cs typeface="Segoe UI" panose="020B0502040204020203" pitchFamily="34" charset="0"/>
              </a:rPr>
              <a:t>IMBISA (-10 h)</a:t>
            </a:r>
          </a:p>
          <a:p>
            <a:pPr marL="1028700" lvl="1" indent="-342900"/>
            <a:r>
              <a:rPr lang="es-ES" sz="900" b="1" dirty="0">
                <a:solidFill>
                  <a:srgbClr val="005892"/>
                </a:solidFill>
                <a:latin typeface="Segoe UI" panose="020B0502040204020203" pitchFamily="34" charset="0"/>
                <a:cs typeface="Segoe UI" panose="020B0502040204020203" pitchFamily="34" charset="0"/>
              </a:rPr>
              <a:t>WURTH (22 h)</a:t>
            </a:r>
            <a:endParaRPr lang="es-ES" sz="900" b="1" noProof="0" dirty="0">
              <a:solidFill>
                <a:srgbClr val="005892"/>
              </a:solidFill>
              <a:latin typeface="Segoe UI" panose="020B0502040204020203" pitchFamily="34" charset="0"/>
              <a:cs typeface="Segoe UI" panose="020B0502040204020203" pitchFamily="34" charset="0"/>
            </a:endParaRPr>
          </a:p>
          <a:p>
            <a:pPr marL="342900" indent="-342900">
              <a:buFont typeface="Arial" panose="020B0604020202020204" pitchFamily="34" charset="0"/>
              <a:buChar char="•"/>
            </a:pPr>
            <a:r>
              <a:rPr lang="es-ES" sz="1600" b="1" noProof="0" dirty="0">
                <a:latin typeface="Segoe UI" panose="020B0502040204020203" pitchFamily="34" charset="0"/>
                <a:cs typeface="Segoe UI" panose="020B0502040204020203" pitchFamily="34" charset="0"/>
              </a:rPr>
              <a:t>Proyectos &gt;400 h:</a:t>
            </a:r>
          </a:p>
          <a:p>
            <a:pPr marL="1028700" lvl="1" indent="-342900"/>
            <a:r>
              <a:rPr lang="es-ES" sz="1200" b="1" noProof="0" dirty="0">
                <a:solidFill>
                  <a:schemeClr val="bg1">
                    <a:lumMod val="75000"/>
                  </a:schemeClr>
                </a:solidFill>
                <a:latin typeface="Segoe UI" panose="020B0502040204020203" pitchFamily="34" charset="0"/>
                <a:cs typeface="Segoe UI" panose="020B0502040204020203" pitchFamily="34" charset="0"/>
              </a:rPr>
              <a:t>Ninguno</a:t>
            </a:r>
          </a:p>
          <a:p>
            <a:pPr marL="342900" indent="-342900">
              <a:buFont typeface="Arial" panose="020B0604020202020204" pitchFamily="34" charset="0"/>
              <a:buChar char="•"/>
            </a:pPr>
            <a:r>
              <a:rPr lang="es-ES" sz="1600" b="1" noProof="0" dirty="0">
                <a:latin typeface="Segoe UI" panose="020B0502040204020203" pitchFamily="34" charset="0"/>
                <a:cs typeface="Segoe UI" panose="020B0502040204020203" pitchFamily="34" charset="0"/>
              </a:rPr>
              <a:t>Proyectos entre 100 y 400 h: </a:t>
            </a:r>
            <a:r>
              <a:rPr lang="es-ES" sz="1200" b="1" noProof="0" dirty="0">
                <a:solidFill>
                  <a:srgbClr val="005892"/>
                </a:solidFill>
                <a:latin typeface="Segoe UI" panose="020B0502040204020203" pitchFamily="34" charset="0"/>
                <a:cs typeface="Segoe UI" panose="020B0502040204020203" pitchFamily="34" charset="0"/>
              </a:rPr>
              <a:t> </a:t>
            </a:r>
          </a:p>
          <a:p>
            <a:pPr marL="1028700" lvl="1" indent="-342900"/>
            <a:r>
              <a:rPr lang="es-ES" sz="1100" b="1" dirty="0">
                <a:solidFill>
                  <a:srgbClr val="005892"/>
                </a:solidFill>
                <a:latin typeface="Segoe UI" panose="020B0502040204020203" pitchFamily="34" charset="0"/>
                <a:cs typeface="Segoe UI" panose="020B0502040204020203" pitchFamily="34" charset="0"/>
              </a:rPr>
              <a:t>MOTOS BORDOY (100 h)</a:t>
            </a:r>
          </a:p>
          <a:p>
            <a:pPr marL="1028700" lvl="1" indent="-342900"/>
            <a:r>
              <a:rPr lang="es-ES" sz="1100" b="1" dirty="0">
                <a:solidFill>
                  <a:srgbClr val="005892"/>
                </a:solidFill>
                <a:latin typeface="Segoe UI" panose="020B0502040204020203" pitchFamily="34" charset="0"/>
                <a:cs typeface="Segoe UI" panose="020B0502040204020203" pitchFamily="34" charset="0"/>
              </a:rPr>
              <a:t>TOMAS BODERO (105 h) </a:t>
            </a:r>
          </a:p>
          <a:p>
            <a:pPr marL="1028700" lvl="1" indent="-342900"/>
            <a:r>
              <a:rPr lang="es-ES" sz="1100" b="1" dirty="0">
                <a:solidFill>
                  <a:srgbClr val="005892"/>
                </a:solidFill>
                <a:latin typeface="Segoe UI" panose="020B0502040204020203" pitchFamily="34" charset="0"/>
                <a:cs typeface="Segoe UI" panose="020B0502040204020203" pitchFamily="34" charset="0"/>
              </a:rPr>
              <a:t>MAQUITEN</a:t>
            </a:r>
            <a:r>
              <a:rPr lang="es-ES" sz="1100" b="1" noProof="0" dirty="0">
                <a:solidFill>
                  <a:srgbClr val="005892"/>
                </a:solidFill>
                <a:latin typeface="Segoe UI" panose="020B0502040204020203" pitchFamily="34" charset="0"/>
                <a:cs typeface="Segoe UI" panose="020B0502040204020203" pitchFamily="34" charset="0"/>
              </a:rPr>
              <a:t> </a:t>
            </a:r>
            <a:r>
              <a:rPr lang="es-ES" sz="1100" b="1" dirty="0">
                <a:solidFill>
                  <a:srgbClr val="005892"/>
                </a:solidFill>
                <a:latin typeface="Segoe UI" panose="020B0502040204020203" pitchFamily="34" charset="0"/>
                <a:cs typeface="Segoe UI" panose="020B0502040204020203" pitchFamily="34" charset="0"/>
              </a:rPr>
              <a:t>(122 h)</a:t>
            </a:r>
            <a:endParaRPr lang="es-ES" sz="1100" b="1" noProof="0" dirty="0">
              <a:solidFill>
                <a:srgbClr val="005892"/>
              </a:solidFill>
              <a:latin typeface="Segoe UI" panose="020B0502040204020203" pitchFamily="34" charset="0"/>
              <a:cs typeface="Segoe UI" panose="020B0502040204020203" pitchFamily="34" charset="0"/>
            </a:endParaRPr>
          </a:p>
          <a:p>
            <a:pPr marL="342900" indent="-342900">
              <a:buFont typeface="Arial" panose="020B0604020202020204" pitchFamily="34" charset="0"/>
              <a:buChar char="•"/>
            </a:pPr>
            <a:r>
              <a:rPr lang="es-ES" sz="1600" b="1" noProof="0" dirty="0">
                <a:latin typeface="Segoe UI" panose="020B0502040204020203" pitchFamily="34" charset="0"/>
                <a:cs typeface="Segoe UI" panose="020B0502040204020203" pitchFamily="34" charset="0"/>
              </a:rPr>
              <a:t>Proyectos &lt;100 horas</a:t>
            </a:r>
          </a:p>
          <a:p>
            <a:pPr marL="342900" indent="-342900">
              <a:buFont typeface="Arial" panose="020B0604020202020204" pitchFamily="34" charset="0"/>
              <a:buChar char="•"/>
            </a:pPr>
            <a:endParaRPr lang="es-ES" sz="1600" b="1" u="sng" noProof="0" dirty="0">
              <a:latin typeface="Segoe UI" panose="020B0502040204020203" pitchFamily="34" charset="0"/>
              <a:cs typeface="Segoe UI" panose="020B0502040204020203" pitchFamily="34" charset="0"/>
            </a:endParaRPr>
          </a:p>
        </p:txBody>
      </p:sp>
      <p:sp>
        <p:nvSpPr>
          <p:cNvPr id="6" name="Marcador de texto 27">
            <a:extLst>
              <a:ext uri="{FF2B5EF4-FFF2-40B4-BE49-F238E27FC236}">
                <a16:creationId xmlns:a16="http://schemas.microsoft.com/office/drawing/2014/main" id="{49B56002-31EC-0B26-AA5F-722A51BAE5C3}"/>
              </a:ext>
            </a:extLst>
          </p:cNvPr>
          <p:cNvSpPr txBox="1">
            <a:spLocks/>
          </p:cNvSpPr>
          <p:nvPr/>
        </p:nvSpPr>
        <p:spPr>
          <a:xfrm>
            <a:off x="6242955" y="1331782"/>
            <a:ext cx="5636372" cy="4167034"/>
          </a:xfrm>
          <a:prstGeom prst="rect">
            <a:avLst/>
          </a:prstGeom>
          <a:noFill/>
        </p:spPr>
        <p:txBody>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sz="2400" b="1" noProof="0" dirty="0">
                <a:latin typeface="Segoe UI" panose="020B0502040204020203" pitchFamily="34" charset="0"/>
                <a:cs typeface="Segoe UI" panose="020B0502040204020203" pitchFamily="34" charset="0"/>
              </a:rPr>
              <a:t>SALIDAS</a:t>
            </a:r>
            <a:r>
              <a:rPr lang="es-ES" sz="2400" b="1" noProof="0" dirty="0">
                <a:latin typeface="Segoe UI" panose="020B0502040204020203" pitchFamily="34" charset="0"/>
                <a:cs typeface="Segoe UI" panose="020B0502040204020203" pitchFamily="34" charset="0"/>
                <a:sym typeface="Wingdings" panose="05000000000000000000" pitchFamily="2" charset="2"/>
              </a:rPr>
              <a:t>: </a:t>
            </a:r>
            <a:r>
              <a:rPr lang="es-ES" sz="1600" b="1" noProof="0" dirty="0">
                <a:latin typeface="Segoe UI" panose="020B0502040204020203" pitchFamily="34" charset="0"/>
                <a:cs typeface="Segoe UI" panose="020B0502040204020203" pitchFamily="34" charset="0"/>
                <a:sym typeface="Wingdings" panose="05000000000000000000" pitchFamily="2" charset="2"/>
              </a:rPr>
              <a:t>(869 h)</a:t>
            </a:r>
            <a:endParaRPr lang="es-ES" sz="1800" b="1" noProof="0" dirty="0">
              <a:latin typeface="Segoe UI" panose="020B0502040204020203" pitchFamily="34" charset="0"/>
              <a:cs typeface="Segoe UI" panose="020B0502040204020203" pitchFamily="34" charset="0"/>
            </a:endParaRPr>
          </a:p>
          <a:p>
            <a:pPr marL="342900" indent="-342900">
              <a:buFont typeface="Arial" panose="020B0604020202020204" pitchFamily="34" charset="0"/>
              <a:buChar char="•"/>
            </a:pPr>
            <a:r>
              <a:rPr lang="es-ES" sz="1800" b="1" noProof="0" dirty="0">
                <a:latin typeface="Segoe UI" panose="020B0502040204020203" pitchFamily="34" charset="0"/>
                <a:cs typeface="Segoe UI" panose="020B0502040204020203" pitchFamily="34" charset="0"/>
              </a:rPr>
              <a:t>Proyectos &gt;400 h</a:t>
            </a:r>
          </a:p>
          <a:p>
            <a:pPr marL="1028700" lvl="1" indent="-342900"/>
            <a:r>
              <a:rPr lang="es-ES" sz="1200" b="1" dirty="0">
                <a:solidFill>
                  <a:schemeClr val="bg1">
                    <a:lumMod val="75000"/>
                  </a:schemeClr>
                </a:solidFill>
                <a:latin typeface="Segoe UI" panose="020B0502040204020203" pitchFamily="34" charset="0"/>
                <a:cs typeface="Segoe UI" panose="020B0502040204020203" pitchFamily="34" charset="0"/>
              </a:rPr>
              <a:t>Ninguno</a:t>
            </a:r>
            <a:endParaRPr lang="es-ES" sz="1200" b="1" noProof="0" dirty="0">
              <a:solidFill>
                <a:srgbClr val="005892"/>
              </a:solidFill>
              <a:latin typeface="Segoe UI" panose="020B0502040204020203" pitchFamily="34" charset="0"/>
              <a:cs typeface="Segoe UI" panose="020B0502040204020203" pitchFamily="34" charset="0"/>
            </a:endParaRPr>
          </a:p>
          <a:p>
            <a:pPr marL="342900" indent="-342900">
              <a:buFont typeface="Arial" panose="020B0604020202020204" pitchFamily="34" charset="0"/>
              <a:buChar char="•"/>
            </a:pPr>
            <a:r>
              <a:rPr lang="es-ES" sz="1800" b="1" noProof="0" dirty="0">
                <a:latin typeface="Segoe UI" panose="020B0502040204020203" pitchFamily="34" charset="0"/>
                <a:cs typeface="Segoe UI" panose="020B0502040204020203" pitchFamily="34" charset="0"/>
              </a:rPr>
              <a:t>Proyectos entre 100 y 400 h:</a:t>
            </a:r>
            <a:endParaRPr lang="es-ES" sz="1400" b="1" noProof="0" dirty="0">
              <a:solidFill>
                <a:schemeClr val="bg1">
                  <a:lumMod val="75000"/>
                </a:schemeClr>
              </a:solidFill>
              <a:latin typeface="Segoe UI" panose="020B0502040204020203" pitchFamily="34" charset="0"/>
              <a:cs typeface="Segoe UI" panose="020B0502040204020203" pitchFamily="34" charset="0"/>
            </a:endParaRPr>
          </a:p>
          <a:p>
            <a:pPr marL="1028700" lvl="1" indent="-342900"/>
            <a:r>
              <a:rPr lang="es-ES" sz="1400" b="1" dirty="0">
                <a:solidFill>
                  <a:srgbClr val="005892"/>
                </a:solidFill>
                <a:latin typeface="Segoe UI" panose="020B0502040204020203" pitchFamily="34" charset="0"/>
                <a:cs typeface="Segoe UI" panose="020B0502040204020203" pitchFamily="34" charset="0"/>
              </a:rPr>
              <a:t>NSE (140 h)</a:t>
            </a:r>
          </a:p>
          <a:p>
            <a:pPr marL="1028700" lvl="1" indent="-342900"/>
            <a:r>
              <a:rPr lang="es-ES" sz="1400" b="1" dirty="0">
                <a:solidFill>
                  <a:srgbClr val="005892"/>
                </a:solidFill>
                <a:latin typeface="Segoe UI" panose="020B0502040204020203" pitchFamily="34" charset="0"/>
                <a:cs typeface="Segoe UI" panose="020B0502040204020203" pitchFamily="34" charset="0"/>
              </a:rPr>
              <a:t>FORES DISEÑO (100 h)</a:t>
            </a:r>
          </a:p>
          <a:p>
            <a:pPr marL="1028700" lvl="1" indent="-342900"/>
            <a:r>
              <a:rPr lang="es-ES" sz="1400" b="1" dirty="0">
                <a:solidFill>
                  <a:srgbClr val="005892"/>
                </a:solidFill>
                <a:latin typeface="Segoe UI" panose="020B0502040204020203" pitchFamily="34" charset="0"/>
                <a:cs typeface="Segoe UI" panose="020B0502040204020203" pitchFamily="34" charset="0"/>
              </a:rPr>
              <a:t>MICHAUD CHAILLY (160 h)</a:t>
            </a:r>
          </a:p>
          <a:p>
            <a:pPr marL="342900" indent="-342900">
              <a:buFont typeface="Arial" panose="020B0604020202020204" pitchFamily="34" charset="0"/>
              <a:buChar char="•"/>
            </a:pPr>
            <a:r>
              <a:rPr lang="es-ES" sz="1800" b="1" noProof="0" dirty="0">
                <a:latin typeface="Segoe UI" panose="020B0502040204020203" pitchFamily="34" charset="0"/>
                <a:cs typeface="Segoe UI" panose="020B0502040204020203" pitchFamily="34" charset="0"/>
              </a:rPr>
              <a:t>Proyectos &lt;100 horas</a:t>
            </a:r>
            <a:endParaRPr lang="es-ES" sz="1800" b="1" u="sng" noProof="0" dirty="0">
              <a:latin typeface="Segoe UI" panose="020B0502040204020203" pitchFamily="34" charset="0"/>
              <a:cs typeface="Segoe UI" panose="020B0502040204020203" pitchFamily="34" charset="0"/>
            </a:endParaRPr>
          </a:p>
        </p:txBody>
      </p:sp>
      <p:graphicFrame>
        <p:nvGraphicFramePr>
          <p:cNvPr id="3" name="Tabla 2">
            <a:extLst>
              <a:ext uri="{FF2B5EF4-FFF2-40B4-BE49-F238E27FC236}">
                <a16:creationId xmlns:a16="http://schemas.microsoft.com/office/drawing/2014/main" id="{48A88A0C-78CC-805C-29AD-C59C6322AC00}"/>
              </a:ext>
            </a:extLst>
          </p:cNvPr>
          <p:cNvGraphicFramePr>
            <a:graphicFrameLocks noGrp="1"/>
          </p:cNvGraphicFramePr>
          <p:nvPr>
            <p:extLst>
              <p:ext uri="{D42A27DB-BD31-4B8C-83A1-F6EECF244321}">
                <p14:modId xmlns:p14="http://schemas.microsoft.com/office/powerpoint/2010/main" val="1777472326"/>
              </p:ext>
            </p:extLst>
          </p:nvPr>
        </p:nvGraphicFramePr>
        <p:xfrm>
          <a:off x="1444340" y="5695830"/>
          <a:ext cx="1823308" cy="712170"/>
        </p:xfrm>
        <a:graphic>
          <a:graphicData uri="http://schemas.openxmlformats.org/drawingml/2006/table">
            <a:tbl>
              <a:tblPr firstRow="1" bandRow="1">
                <a:tableStyleId>{5940675A-B579-460E-94D1-54222C63F5DA}</a:tableStyleId>
              </a:tblPr>
              <a:tblGrid>
                <a:gridCol w="1287848">
                  <a:extLst>
                    <a:ext uri="{9D8B030D-6E8A-4147-A177-3AD203B41FA5}">
                      <a16:colId xmlns:a16="http://schemas.microsoft.com/office/drawing/2014/main" val="3718754714"/>
                    </a:ext>
                  </a:extLst>
                </a:gridCol>
                <a:gridCol w="535460">
                  <a:extLst>
                    <a:ext uri="{9D8B030D-6E8A-4147-A177-3AD203B41FA5}">
                      <a16:colId xmlns:a16="http://schemas.microsoft.com/office/drawing/2014/main" val="3341267043"/>
                    </a:ext>
                  </a:extLst>
                </a:gridCol>
              </a:tblGrid>
              <a:tr h="371311">
                <a:tc>
                  <a:txBody>
                    <a:bodyPr/>
                    <a:lstStyle/>
                    <a:p>
                      <a:r>
                        <a:rPr lang="es-ES" sz="1200" b="0" kern="1200" noProof="0" dirty="0">
                          <a:solidFill>
                            <a:schemeClr val="tx1"/>
                          </a:solidFill>
                          <a:latin typeface="Segoe UI" panose="020B0502040204020203" pitchFamily="34" charset="0"/>
                          <a:ea typeface="+mn-ea"/>
                          <a:cs typeface="Segoe UI" panose="020B0502040204020203" pitchFamily="34" charset="0"/>
                        </a:rPr>
                        <a:t>N.º</a:t>
                      </a:r>
                    </a:p>
                  </a:txBody>
                  <a:tcPr/>
                </a:tc>
                <a:tc>
                  <a:txBody>
                    <a:bodyPr/>
                    <a:lstStyle/>
                    <a:p>
                      <a:pPr algn="ctr"/>
                      <a:r>
                        <a:rPr lang="es-ES" sz="1200" b="0" kern="1200" noProof="0" dirty="0">
                          <a:solidFill>
                            <a:schemeClr val="tx1"/>
                          </a:solidFill>
                          <a:latin typeface="Segoe UI" panose="020B0502040204020203" pitchFamily="34" charset="0"/>
                          <a:ea typeface="+mn-ea"/>
                          <a:cs typeface="Segoe UI" panose="020B0502040204020203" pitchFamily="34" charset="0"/>
                        </a:rPr>
                        <a:t>30</a:t>
                      </a:r>
                    </a:p>
                  </a:txBody>
                  <a:tcPr anchor="ctr"/>
                </a:tc>
                <a:extLst>
                  <a:ext uri="{0D108BD9-81ED-4DB2-BD59-A6C34878D82A}">
                    <a16:rowId xmlns:a16="http://schemas.microsoft.com/office/drawing/2014/main" val="661983855"/>
                  </a:ext>
                </a:extLst>
              </a:tr>
              <a:tr h="340859">
                <a:tc>
                  <a:txBody>
                    <a:bodyPr/>
                    <a:lstStyle/>
                    <a:p>
                      <a:r>
                        <a:rPr lang="es-ES" sz="1200" b="0" kern="1200" noProof="0" dirty="0">
                          <a:solidFill>
                            <a:schemeClr val="tx1"/>
                          </a:solidFill>
                          <a:latin typeface="Segoe UI" panose="020B0502040204020203" pitchFamily="34" charset="0"/>
                          <a:ea typeface="+mn-ea"/>
                          <a:cs typeface="Segoe UI" panose="020B0502040204020203" pitchFamily="34" charset="0"/>
                        </a:rPr>
                        <a:t>Horas total</a:t>
                      </a:r>
                    </a:p>
                  </a:txBody>
                  <a:tcPr/>
                </a:tc>
                <a:tc>
                  <a:txBody>
                    <a:bodyPr/>
                    <a:lstStyle/>
                    <a:p>
                      <a:pPr algn="ctr"/>
                      <a:r>
                        <a:rPr lang="es-ES" sz="1200" b="0" kern="1200" noProof="0" dirty="0">
                          <a:solidFill>
                            <a:schemeClr val="tx1"/>
                          </a:solidFill>
                          <a:latin typeface="Segoe UI" panose="020B0502040204020203" pitchFamily="34" charset="0"/>
                          <a:ea typeface="+mn-ea"/>
                          <a:cs typeface="Segoe UI" panose="020B0502040204020203" pitchFamily="34" charset="0"/>
                        </a:rPr>
                        <a:t>796</a:t>
                      </a:r>
                    </a:p>
                  </a:txBody>
                  <a:tcPr anchor="ctr"/>
                </a:tc>
                <a:extLst>
                  <a:ext uri="{0D108BD9-81ED-4DB2-BD59-A6C34878D82A}">
                    <a16:rowId xmlns:a16="http://schemas.microsoft.com/office/drawing/2014/main" val="213364961"/>
                  </a:ext>
                </a:extLst>
              </a:tr>
            </a:tbl>
          </a:graphicData>
        </a:graphic>
      </p:graphicFrame>
      <p:graphicFrame>
        <p:nvGraphicFramePr>
          <p:cNvPr id="4" name="Tabla 3">
            <a:extLst>
              <a:ext uri="{FF2B5EF4-FFF2-40B4-BE49-F238E27FC236}">
                <a16:creationId xmlns:a16="http://schemas.microsoft.com/office/drawing/2014/main" id="{A3B02926-A1DF-7020-F23D-23B416581771}"/>
              </a:ext>
            </a:extLst>
          </p:cNvPr>
          <p:cNvGraphicFramePr>
            <a:graphicFrameLocks noGrp="1"/>
          </p:cNvGraphicFramePr>
          <p:nvPr>
            <p:extLst>
              <p:ext uri="{D42A27DB-BD31-4B8C-83A1-F6EECF244321}">
                <p14:modId xmlns:p14="http://schemas.microsoft.com/office/powerpoint/2010/main" val="1275331311"/>
              </p:ext>
            </p:extLst>
          </p:nvPr>
        </p:nvGraphicFramePr>
        <p:xfrm>
          <a:off x="7406791" y="4236735"/>
          <a:ext cx="1823308" cy="750166"/>
        </p:xfrm>
        <a:graphic>
          <a:graphicData uri="http://schemas.openxmlformats.org/drawingml/2006/table">
            <a:tbl>
              <a:tblPr firstRow="1" bandRow="1">
                <a:tableStyleId>{5940675A-B579-460E-94D1-54222C63F5DA}</a:tableStyleId>
              </a:tblPr>
              <a:tblGrid>
                <a:gridCol w="1287848">
                  <a:extLst>
                    <a:ext uri="{9D8B030D-6E8A-4147-A177-3AD203B41FA5}">
                      <a16:colId xmlns:a16="http://schemas.microsoft.com/office/drawing/2014/main" val="3718754714"/>
                    </a:ext>
                  </a:extLst>
                </a:gridCol>
                <a:gridCol w="535460">
                  <a:extLst>
                    <a:ext uri="{9D8B030D-6E8A-4147-A177-3AD203B41FA5}">
                      <a16:colId xmlns:a16="http://schemas.microsoft.com/office/drawing/2014/main" val="3341267043"/>
                    </a:ext>
                  </a:extLst>
                </a:gridCol>
              </a:tblGrid>
              <a:tr h="416777">
                <a:tc>
                  <a:txBody>
                    <a:bodyPr/>
                    <a:lstStyle/>
                    <a:p>
                      <a:r>
                        <a:rPr lang="es-ES" sz="1200" b="0" kern="1200" noProof="0" dirty="0">
                          <a:solidFill>
                            <a:schemeClr val="tx1"/>
                          </a:solidFill>
                          <a:latin typeface="Segoe UI" panose="020B0502040204020203" pitchFamily="34" charset="0"/>
                          <a:ea typeface="+mn-ea"/>
                          <a:cs typeface="Segoe UI" panose="020B0502040204020203" pitchFamily="34" charset="0"/>
                        </a:rPr>
                        <a:t>N.º</a:t>
                      </a:r>
                    </a:p>
                  </a:txBody>
                  <a:tcPr/>
                </a:tc>
                <a:tc>
                  <a:txBody>
                    <a:bodyPr/>
                    <a:lstStyle/>
                    <a:p>
                      <a:pPr algn="ctr"/>
                      <a:r>
                        <a:rPr lang="es-ES" sz="1200" b="0" kern="1200" noProof="0" dirty="0">
                          <a:solidFill>
                            <a:schemeClr val="tx1"/>
                          </a:solidFill>
                          <a:latin typeface="Segoe UI" panose="020B0502040204020203" pitchFamily="34" charset="0"/>
                          <a:ea typeface="+mn-ea"/>
                          <a:cs typeface="Segoe UI" panose="020B0502040204020203" pitchFamily="34" charset="0"/>
                        </a:rPr>
                        <a:t>17</a:t>
                      </a:r>
                    </a:p>
                  </a:txBody>
                  <a:tcPr anchor="ctr"/>
                </a:tc>
                <a:extLst>
                  <a:ext uri="{0D108BD9-81ED-4DB2-BD59-A6C34878D82A}">
                    <a16:rowId xmlns:a16="http://schemas.microsoft.com/office/drawing/2014/main" val="661983855"/>
                  </a:ext>
                </a:extLst>
              </a:tr>
              <a:tr h="333389">
                <a:tc>
                  <a:txBody>
                    <a:bodyPr/>
                    <a:lstStyle/>
                    <a:p>
                      <a:r>
                        <a:rPr lang="es-ES" sz="1200" b="0" kern="1200" noProof="0" dirty="0">
                          <a:solidFill>
                            <a:schemeClr val="tx1"/>
                          </a:solidFill>
                          <a:latin typeface="Segoe UI" panose="020B0502040204020203" pitchFamily="34" charset="0"/>
                          <a:ea typeface="+mn-ea"/>
                          <a:cs typeface="Segoe UI" panose="020B0502040204020203" pitchFamily="34" charset="0"/>
                        </a:rPr>
                        <a:t>Horas total</a:t>
                      </a:r>
                    </a:p>
                  </a:txBody>
                  <a:tcPr/>
                </a:tc>
                <a:tc>
                  <a:txBody>
                    <a:bodyPr/>
                    <a:lstStyle/>
                    <a:p>
                      <a:pPr algn="ctr"/>
                      <a:r>
                        <a:rPr lang="es-ES" sz="1200" b="0" kern="1200" noProof="0" dirty="0">
                          <a:solidFill>
                            <a:schemeClr val="tx1"/>
                          </a:solidFill>
                          <a:latin typeface="Segoe UI" panose="020B0502040204020203" pitchFamily="34" charset="0"/>
                          <a:ea typeface="+mn-ea"/>
                          <a:cs typeface="Segoe UI" panose="020B0502040204020203" pitchFamily="34" charset="0"/>
                        </a:rPr>
                        <a:t>469</a:t>
                      </a:r>
                    </a:p>
                  </a:txBody>
                  <a:tcPr anchor="ctr"/>
                </a:tc>
                <a:extLst>
                  <a:ext uri="{0D108BD9-81ED-4DB2-BD59-A6C34878D82A}">
                    <a16:rowId xmlns:a16="http://schemas.microsoft.com/office/drawing/2014/main" val="213364961"/>
                  </a:ext>
                </a:extLst>
              </a:tr>
            </a:tbl>
          </a:graphicData>
        </a:graphic>
      </p:graphicFrame>
    </p:spTree>
    <p:extLst>
      <p:ext uri="{BB962C8B-B14F-4D97-AF65-F5344CB8AC3E}">
        <p14:creationId xmlns:p14="http://schemas.microsoft.com/office/powerpoint/2010/main" val="2383275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CuadroTexto 137">
            <a:extLst>
              <a:ext uri="{FF2B5EF4-FFF2-40B4-BE49-F238E27FC236}">
                <a16:creationId xmlns:a16="http://schemas.microsoft.com/office/drawing/2014/main" id="{719ACDDE-B06C-055E-5AA7-3FE66521F5A2}"/>
              </a:ext>
            </a:extLst>
          </p:cNvPr>
          <p:cNvSpPr txBox="1"/>
          <p:nvPr/>
        </p:nvSpPr>
        <p:spPr>
          <a:xfrm>
            <a:off x="534563" y="255103"/>
            <a:ext cx="6178550" cy="276999"/>
          </a:xfrm>
          <a:prstGeom prst="rect">
            <a:avLst/>
          </a:prstGeom>
          <a:noFill/>
        </p:spPr>
        <p:txBody>
          <a:bodyPr wrap="square" lIns="0" rIns="0">
            <a:spAutoFit/>
          </a:bodyPr>
          <a:lstStyle/>
          <a:p>
            <a:r>
              <a:rPr lang="es-ES" sz="1200" noProof="0" dirty="0">
                <a:solidFill>
                  <a:schemeClr val="bg1">
                    <a:lumMod val="50000"/>
                  </a:schemeClr>
                </a:solidFill>
                <a:latin typeface="Arial" panose="020B0604020202020204" pitchFamily="34" charset="0"/>
                <a:ea typeface="Arial"/>
                <a:cs typeface="Arial" panose="020B0604020202020204" pitchFamily="34" charset="0"/>
              </a:rPr>
              <a:t>AMPLIACIONES</a:t>
            </a:r>
            <a:endParaRPr lang="es-ES" sz="1200" b="0" i="0" strike="noStrike" cap="none" spc="0" baseline="0" noProof="0" dirty="0">
              <a:solidFill>
                <a:schemeClr val="bg1">
                  <a:lumMod val="50000"/>
                </a:schemeClr>
              </a:solidFill>
              <a:effectLst/>
              <a:latin typeface="Arial" panose="020B0604020202020204" pitchFamily="34" charset="0"/>
              <a:ea typeface="Arial"/>
              <a:cs typeface="Arial" panose="020B0604020202020204" pitchFamily="34" charset="0"/>
            </a:endParaRPr>
          </a:p>
        </p:txBody>
      </p:sp>
      <p:sp>
        <p:nvSpPr>
          <p:cNvPr id="139" name="Título 8">
            <a:extLst>
              <a:ext uri="{FF2B5EF4-FFF2-40B4-BE49-F238E27FC236}">
                <a16:creationId xmlns:a16="http://schemas.microsoft.com/office/drawing/2014/main" id="{A32EA241-5E6E-9F8A-5D87-38081E42DA4E}"/>
              </a:ext>
            </a:extLst>
          </p:cNvPr>
          <p:cNvSpPr txBox="1"/>
          <p:nvPr/>
        </p:nvSpPr>
        <p:spPr>
          <a:xfrm>
            <a:off x="534563" y="861910"/>
            <a:ext cx="10159104" cy="536362"/>
          </a:xfrm>
          <a:prstGeom prst="rect">
            <a:avLst/>
          </a:prstGeom>
        </p:spPr>
        <p:txBody>
          <a:bodyPr vert="horz" wrap="none" lIns="0" tIns="0" rIns="0" bIns="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ts val="2800"/>
              </a:lnSpc>
            </a:pPr>
            <a:r>
              <a:rPr lang="es-ES" sz="2200" b="1" i="0" strike="noStrike" cap="all" spc="0" baseline="0" noProof="0" dirty="0">
                <a:solidFill>
                  <a:srgbClr val="005198"/>
                </a:solidFill>
                <a:effectLst/>
                <a:latin typeface="Arial" panose="020B0604020202020204" pitchFamily="34" charset="0"/>
                <a:ea typeface="Arial"/>
                <a:cs typeface="Arial" panose="020B0604020202020204" pitchFamily="34" charset="0"/>
              </a:rPr>
              <a:t>Carga de trabajo </a:t>
            </a:r>
            <a:r>
              <a:rPr lang="es-ES" sz="2200" b="1" cap="all" noProof="0" dirty="0">
                <a:solidFill>
                  <a:srgbClr val="005198"/>
                </a:solidFill>
                <a:latin typeface="Arial" panose="020B0604020202020204" pitchFamily="34" charset="0"/>
                <a:ea typeface="Arial"/>
                <a:cs typeface="Arial" panose="020B0604020202020204" pitchFamily="34" charset="0"/>
              </a:rPr>
              <a:t>SEGÚN</a:t>
            </a:r>
            <a:r>
              <a:rPr lang="es-ES" sz="2200" b="1" i="0" strike="noStrike" cap="all" spc="0" baseline="0" noProof="0" dirty="0">
                <a:solidFill>
                  <a:srgbClr val="005198"/>
                </a:solidFill>
                <a:effectLst/>
                <a:latin typeface="Arial" panose="020B0604020202020204" pitchFamily="34" charset="0"/>
                <a:ea typeface="Arial"/>
                <a:cs typeface="Arial" panose="020B0604020202020204" pitchFamily="34" charset="0"/>
              </a:rPr>
              <a:t> </a:t>
            </a:r>
            <a:r>
              <a:rPr lang="es-ES" sz="2200" b="1" cap="all" noProof="0" dirty="0">
                <a:solidFill>
                  <a:srgbClr val="005198"/>
                </a:solidFill>
                <a:latin typeface="Arial" panose="020B0604020202020204" pitchFamily="34" charset="0"/>
                <a:ea typeface="Arial"/>
                <a:cs typeface="Arial" panose="020B0604020202020204" pitchFamily="34" charset="0"/>
              </a:rPr>
              <a:t>Tamaño DE PROYECTO</a:t>
            </a:r>
            <a:endParaRPr lang="es-ES" sz="2200" b="1" i="0" strike="noStrike" cap="all" spc="0" baseline="0" noProof="0" dirty="0">
              <a:solidFill>
                <a:srgbClr val="005198"/>
              </a:solidFill>
              <a:effectLst/>
              <a:latin typeface="Arial" panose="020B0604020202020204" pitchFamily="34" charset="0"/>
              <a:ea typeface="Arial"/>
              <a:cs typeface="Arial" panose="020B0604020202020204" pitchFamily="34" charset="0"/>
            </a:endParaRPr>
          </a:p>
        </p:txBody>
      </p:sp>
      <p:cxnSp>
        <p:nvCxnSpPr>
          <p:cNvPr id="140" name="Conector recto 139">
            <a:extLst>
              <a:ext uri="{FF2B5EF4-FFF2-40B4-BE49-F238E27FC236}">
                <a16:creationId xmlns:a16="http://schemas.microsoft.com/office/drawing/2014/main" id="{ABFADFF7-D7C9-0756-4361-47FB190267C3}"/>
              </a:ext>
            </a:extLst>
          </p:cNvPr>
          <p:cNvCxnSpPr/>
          <p:nvPr/>
        </p:nvCxnSpPr>
        <p:spPr>
          <a:xfrm>
            <a:off x="546867" y="831096"/>
            <a:ext cx="354273" cy="0"/>
          </a:xfrm>
          <a:prstGeom prst="line">
            <a:avLst/>
          </a:prstGeom>
          <a:ln w="31750">
            <a:solidFill>
              <a:srgbClr val="FA6900"/>
            </a:solidFill>
          </a:ln>
        </p:spPr>
        <p:style>
          <a:lnRef idx="1">
            <a:schemeClr val="accent1"/>
          </a:lnRef>
          <a:fillRef idx="0">
            <a:schemeClr val="accent1"/>
          </a:fillRef>
          <a:effectRef idx="0">
            <a:schemeClr val="accent1"/>
          </a:effectRef>
          <a:fontRef idx="minor">
            <a:schemeClr val="tx1"/>
          </a:fontRef>
        </p:style>
      </p:cxnSp>
      <p:sp>
        <p:nvSpPr>
          <p:cNvPr id="141" name="Marcador de número de diapositiva 3">
            <a:extLst>
              <a:ext uri="{FF2B5EF4-FFF2-40B4-BE49-F238E27FC236}">
                <a16:creationId xmlns:a16="http://schemas.microsoft.com/office/drawing/2014/main" id="{10EC2D02-8D7A-060B-5D8F-A7CFC45F8911}"/>
              </a:ext>
            </a:extLst>
          </p:cNvPr>
          <p:cNvSpPr>
            <a:spLocks noGrp="1"/>
          </p:cNvSpPr>
          <p:nvPr>
            <p:ph type="sldNum" sz="quarter" idx="4"/>
          </p:nvPr>
        </p:nvSpPr>
        <p:spPr>
          <a:xfrm>
            <a:off x="191344" y="6477216"/>
            <a:ext cx="505019" cy="180000"/>
          </a:xfrm>
          <a:prstGeom prst="rect">
            <a:avLst/>
          </a:prstGeom>
        </p:spPr>
        <p:txBody>
          <a:bodyPr vert="horz" lIns="0" tIns="0" rIns="0" bIns="0" rtlCol="0" anchor="ctr"/>
          <a:lstStyle>
            <a:defPPr>
              <a:defRPr lang="en-US"/>
            </a:defPPr>
            <a:lvl1pPr marL="0" algn="r" defTabSz="457200" rtl="0" eaLnBrk="1" latinLnBrk="0" hangingPunct="1">
              <a:defRPr sz="1050" b="1" kern="1200">
                <a:solidFill>
                  <a:srgbClr val="005198"/>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569C854-9955-467A-873C-E541C97C6FA2}" type="slidenum">
              <a:rPr lang="es-ES" noProof="0" smtClean="0">
                <a:latin typeface="Arial" panose="020B0604020202020204" pitchFamily="34" charset="0"/>
                <a:cs typeface="Arial" panose="020B0604020202020204" pitchFamily="34" charset="0"/>
              </a:rPr>
              <a:t>6</a:t>
            </a:fld>
            <a:endParaRPr lang="es-ES" noProof="0" dirty="0">
              <a:latin typeface="Arial" panose="020B0604020202020204" pitchFamily="34" charset="0"/>
              <a:cs typeface="Arial" panose="020B0604020202020204" pitchFamily="34" charset="0"/>
            </a:endParaRPr>
          </a:p>
        </p:txBody>
      </p:sp>
      <p:sp>
        <p:nvSpPr>
          <p:cNvPr id="2" name="Marcador de pie de página 2">
            <a:extLst>
              <a:ext uri="{FF2B5EF4-FFF2-40B4-BE49-F238E27FC236}">
                <a16:creationId xmlns:a16="http://schemas.microsoft.com/office/drawing/2014/main" id="{48AA4F43-C571-B0D2-B3BC-C74A0E4A8DBC}"/>
              </a:ext>
            </a:extLst>
          </p:cNvPr>
          <p:cNvSpPr>
            <a:spLocks noGrp="1"/>
          </p:cNvSpPr>
          <p:nvPr>
            <p:ph type="ftr" sz="quarter" idx="3"/>
          </p:nvPr>
        </p:nvSpPr>
        <p:spPr>
          <a:xfrm>
            <a:off x="752678" y="6373542"/>
            <a:ext cx="7153350" cy="322448"/>
          </a:xfrm>
        </p:spPr>
        <p:txBody>
          <a:bodyPr/>
          <a:lstStyle/>
          <a:p>
            <a:r>
              <a:rPr lang="es-ES" sz="1050" b="0" i="0" strike="noStrike" cap="none" spc="0" baseline="0" noProof="0" dirty="0">
                <a:solidFill>
                  <a:srgbClr val="005198"/>
                </a:solidFill>
                <a:effectLst/>
                <a:ea typeface="Arial"/>
              </a:rPr>
              <a:t>INNOVATION IN WAREHOUSING AND SUPPLY CHAIN</a:t>
            </a:r>
            <a:endParaRPr lang="es-ES" noProof="0" dirty="0"/>
          </a:p>
        </p:txBody>
      </p:sp>
      <p:graphicFrame>
        <p:nvGraphicFramePr>
          <p:cNvPr id="3" name="Chart 1">
            <a:extLst>
              <a:ext uri="{FF2B5EF4-FFF2-40B4-BE49-F238E27FC236}">
                <a16:creationId xmlns:a16="http://schemas.microsoft.com/office/drawing/2014/main" id="{00000000-0008-0000-0500-000002000000}"/>
              </a:ext>
            </a:extLst>
          </p:cNvPr>
          <p:cNvGraphicFramePr>
            <a:graphicFrameLocks/>
          </p:cNvGraphicFramePr>
          <p:nvPr>
            <p:extLst>
              <p:ext uri="{D42A27DB-BD31-4B8C-83A1-F6EECF244321}">
                <p14:modId xmlns:p14="http://schemas.microsoft.com/office/powerpoint/2010/main" val="1973881040"/>
              </p:ext>
            </p:extLst>
          </p:nvPr>
        </p:nvGraphicFramePr>
        <p:xfrm>
          <a:off x="696363" y="1864734"/>
          <a:ext cx="4912995" cy="407479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1">
            <a:extLst>
              <a:ext uri="{FF2B5EF4-FFF2-40B4-BE49-F238E27FC236}">
                <a16:creationId xmlns:a16="http://schemas.microsoft.com/office/drawing/2014/main" id="{00000000-0008-0000-0500-000002000000}"/>
              </a:ext>
            </a:extLst>
          </p:cNvPr>
          <p:cNvGraphicFramePr>
            <a:graphicFrameLocks/>
          </p:cNvGraphicFramePr>
          <p:nvPr>
            <p:extLst>
              <p:ext uri="{D42A27DB-BD31-4B8C-83A1-F6EECF244321}">
                <p14:modId xmlns:p14="http://schemas.microsoft.com/office/powerpoint/2010/main" val="2669387274"/>
              </p:ext>
            </p:extLst>
          </p:nvPr>
        </p:nvGraphicFramePr>
        <p:xfrm>
          <a:off x="1025775" y="1864733"/>
          <a:ext cx="4912995" cy="4074795"/>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8" name="Chart 1">
            <a:extLst>
              <a:ext uri="{FF2B5EF4-FFF2-40B4-BE49-F238E27FC236}">
                <a16:creationId xmlns:a16="http://schemas.microsoft.com/office/drawing/2014/main" id="{0EB34714-4084-878B-6427-C67C8A5E0288}"/>
              </a:ext>
            </a:extLst>
          </p:cNvPr>
          <p:cNvGraphicFramePr>
            <a:graphicFrameLocks/>
          </p:cNvGraphicFramePr>
          <p:nvPr>
            <p:extLst>
              <p:ext uri="{D42A27DB-BD31-4B8C-83A1-F6EECF244321}">
                <p14:modId xmlns:p14="http://schemas.microsoft.com/office/powerpoint/2010/main" val="3323155369"/>
              </p:ext>
            </p:extLst>
          </p:nvPr>
        </p:nvGraphicFramePr>
        <p:xfrm>
          <a:off x="1385494" y="2219434"/>
          <a:ext cx="4912995" cy="4074795"/>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9" name="Chart 1">
            <a:extLst>
              <a:ext uri="{FF2B5EF4-FFF2-40B4-BE49-F238E27FC236}">
                <a16:creationId xmlns:a16="http://schemas.microsoft.com/office/drawing/2014/main" id="{00000000-0008-0000-0500-000002000000}"/>
              </a:ext>
            </a:extLst>
          </p:cNvPr>
          <p:cNvGraphicFramePr>
            <a:graphicFrameLocks/>
          </p:cNvGraphicFramePr>
          <p:nvPr>
            <p:extLst>
              <p:ext uri="{D42A27DB-BD31-4B8C-83A1-F6EECF244321}">
                <p14:modId xmlns:p14="http://schemas.microsoft.com/office/powerpoint/2010/main" val="2389034406"/>
              </p:ext>
            </p:extLst>
          </p:nvPr>
        </p:nvGraphicFramePr>
        <p:xfrm>
          <a:off x="1025774" y="1716986"/>
          <a:ext cx="4912995" cy="4074795"/>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5" name="Chart 1">
            <a:extLst>
              <a:ext uri="{FF2B5EF4-FFF2-40B4-BE49-F238E27FC236}">
                <a16:creationId xmlns:a16="http://schemas.microsoft.com/office/drawing/2014/main" id="{00000000-0008-0000-0500-000002000000}"/>
              </a:ext>
            </a:extLst>
          </p:cNvPr>
          <p:cNvGraphicFramePr>
            <a:graphicFrameLocks/>
          </p:cNvGraphicFramePr>
          <p:nvPr>
            <p:extLst>
              <p:ext uri="{D42A27DB-BD31-4B8C-83A1-F6EECF244321}">
                <p14:modId xmlns:p14="http://schemas.microsoft.com/office/powerpoint/2010/main" val="720679930"/>
              </p:ext>
            </p:extLst>
          </p:nvPr>
        </p:nvGraphicFramePr>
        <p:xfrm>
          <a:off x="861069" y="1728080"/>
          <a:ext cx="4912995" cy="4128471"/>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6" name="Chart 1">
            <a:extLst>
              <a:ext uri="{FF2B5EF4-FFF2-40B4-BE49-F238E27FC236}">
                <a16:creationId xmlns:a16="http://schemas.microsoft.com/office/drawing/2014/main" id="{00000000-0008-0000-0500-000002000000}"/>
              </a:ext>
            </a:extLst>
          </p:cNvPr>
          <p:cNvGraphicFramePr>
            <a:graphicFrameLocks/>
          </p:cNvGraphicFramePr>
          <p:nvPr>
            <p:extLst>
              <p:ext uri="{D42A27DB-BD31-4B8C-83A1-F6EECF244321}">
                <p14:modId xmlns:p14="http://schemas.microsoft.com/office/powerpoint/2010/main" val="2591176736"/>
              </p:ext>
            </p:extLst>
          </p:nvPr>
        </p:nvGraphicFramePr>
        <p:xfrm>
          <a:off x="696363" y="1804111"/>
          <a:ext cx="4912995" cy="4074795"/>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11" name="Chart 1">
            <a:extLst>
              <a:ext uri="{FF2B5EF4-FFF2-40B4-BE49-F238E27FC236}">
                <a16:creationId xmlns:a16="http://schemas.microsoft.com/office/drawing/2014/main" id="{00000000-0008-0000-0600-000002000000}"/>
              </a:ext>
            </a:extLst>
          </p:cNvPr>
          <p:cNvGraphicFramePr>
            <a:graphicFrameLocks/>
          </p:cNvGraphicFramePr>
          <p:nvPr>
            <p:extLst>
              <p:ext uri="{D42A27DB-BD31-4B8C-83A1-F6EECF244321}">
                <p14:modId xmlns:p14="http://schemas.microsoft.com/office/powerpoint/2010/main" val="2033046475"/>
              </p:ext>
            </p:extLst>
          </p:nvPr>
        </p:nvGraphicFramePr>
        <p:xfrm>
          <a:off x="5969078" y="1871502"/>
          <a:ext cx="5526559" cy="4074796"/>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12" name="Chart 1">
            <a:extLst>
              <a:ext uri="{FF2B5EF4-FFF2-40B4-BE49-F238E27FC236}">
                <a16:creationId xmlns:a16="http://schemas.microsoft.com/office/drawing/2014/main" id="{00000000-0008-0000-0500-000002000000}"/>
              </a:ext>
            </a:extLst>
          </p:cNvPr>
          <p:cNvGraphicFramePr>
            <a:graphicFrameLocks/>
          </p:cNvGraphicFramePr>
          <p:nvPr>
            <p:extLst>
              <p:ext uri="{D42A27DB-BD31-4B8C-83A1-F6EECF244321}">
                <p14:modId xmlns:p14="http://schemas.microsoft.com/office/powerpoint/2010/main" val="1566276017"/>
              </p:ext>
            </p:extLst>
          </p:nvPr>
        </p:nvGraphicFramePr>
        <p:xfrm>
          <a:off x="821682" y="1871503"/>
          <a:ext cx="4817983" cy="4056932"/>
        </p:xfrm>
        <a:graphic>
          <a:graphicData uri="http://schemas.openxmlformats.org/drawingml/2006/chart">
            <c:chart xmlns:c="http://schemas.openxmlformats.org/drawingml/2006/chart" xmlns:r="http://schemas.openxmlformats.org/officeDocument/2006/relationships" r:id="rId10"/>
          </a:graphicData>
        </a:graphic>
      </p:graphicFrame>
      <p:graphicFrame>
        <p:nvGraphicFramePr>
          <p:cNvPr id="7" name="Chart 1">
            <a:extLst>
              <a:ext uri="{FF2B5EF4-FFF2-40B4-BE49-F238E27FC236}">
                <a16:creationId xmlns:a16="http://schemas.microsoft.com/office/drawing/2014/main" id="{00000000-0008-0000-0500-000002000000}"/>
              </a:ext>
            </a:extLst>
          </p:cNvPr>
          <p:cNvGraphicFramePr>
            <a:graphicFrameLocks/>
          </p:cNvGraphicFramePr>
          <p:nvPr>
            <p:extLst>
              <p:ext uri="{D42A27DB-BD31-4B8C-83A1-F6EECF244321}">
                <p14:modId xmlns:p14="http://schemas.microsoft.com/office/powerpoint/2010/main" val="3558712530"/>
              </p:ext>
            </p:extLst>
          </p:nvPr>
        </p:nvGraphicFramePr>
        <p:xfrm>
          <a:off x="838439" y="1692348"/>
          <a:ext cx="4912995" cy="4074795"/>
        </p:xfrm>
        <a:graphic>
          <a:graphicData uri="http://schemas.openxmlformats.org/drawingml/2006/chart">
            <c:chart xmlns:c="http://schemas.openxmlformats.org/drawingml/2006/chart" xmlns:r="http://schemas.openxmlformats.org/officeDocument/2006/relationships" r:id="rId11"/>
          </a:graphicData>
        </a:graphic>
      </p:graphicFrame>
      <p:graphicFrame>
        <p:nvGraphicFramePr>
          <p:cNvPr id="10" name="Chart 1">
            <a:extLst>
              <a:ext uri="{FF2B5EF4-FFF2-40B4-BE49-F238E27FC236}">
                <a16:creationId xmlns:a16="http://schemas.microsoft.com/office/drawing/2014/main" id="{00000000-0008-0000-0500-000002000000}"/>
              </a:ext>
            </a:extLst>
          </p:cNvPr>
          <p:cNvGraphicFramePr>
            <a:graphicFrameLocks/>
          </p:cNvGraphicFramePr>
          <p:nvPr>
            <p:extLst>
              <p:ext uri="{D42A27DB-BD31-4B8C-83A1-F6EECF244321}">
                <p14:modId xmlns:p14="http://schemas.microsoft.com/office/powerpoint/2010/main" val="3724736327"/>
              </p:ext>
            </p:extLst>
          </p:nvPr>
        </p:nvGraphicFramePr>
        <p:xfrm>
          <a:off x="1086389" y="1764856"/>
          <a:ext cx="4912995" cy="4074795"/>
        </p:xfrm>
        <a:graphic>
          <a:graphicData uri="http://schemas.openxmlformats.org/drawingml/2006/chart">
            <c:chart xmlns:c="http://schemas.openxmlformats.org/drawingml/2006/chart" xmlns:r="http://schemas.openxmlformats.org/officeDocument/2006/relationships" r:id="rId12"/>
          </a:graphicData>
        </a:graphic>
      </p:graphicFrame>
      <p:graphicFrame>
        <p:nvGraphicFramePr>
          <p:cNvPr id="13" name="cht_Graf_03_TrabajoHoras">
            <a:extLst>
              <a:ext uri="{FF2B5EF4-FFF2-40B4-BE49-F238E27FC236}">
                <a16:creationId xmlns:a16="http://schemas.microsoft.com/office/drawing/2014/main" id="{89107F07-6415-4C5A-A934-86AF8A0AEB0F}"/>
              </a:ext>
            </a:extLst>
          </p:cNvPr>
          <p:cNvGraphicFramePr>
            <a:graphicFrameLocks/>
          </p:cNvGraphicFramePr>
          <p:nvPr>
            <p:extLst>
              <p:ext uri="{D42A27DB-BD31-4B8C-83A1-F6EECF244321}">
                <p14:modId xmlns:p14="http://schemas.microsoft.com/office/powerpoint/2010/main" val="3111654752"/>
              </p:ext>
            </p:extLst>
          </p:nvPr>
        </p:nvGraphicFramePr>
        <p:xfrm>
          <a:off x="363864" y="1398272"/>
          <a:ext cx="5410200" cy="4074795"/>
        </p:xfrm>
        <a:graphic>
          <a:graphicData uri="http://schemas.openxmlformats.org/drawingml/2006/chart">
            <c:chart xmlns:c="http://schemas.openxmlformats.org/drawingml/2006/chart" xmlns:r="http://schemas.openxmlformats.org/officeDocument/2006/relationships" r:id="rId13"/>
          </a:graphicData>
        </a:graphic>
      </p:graphicFrame>
      <p:graphicFrame>
        <p:nvGraphicFramePr>
          <p:cNvPr id="19" name="cht_Graf_03_TrabajoHoras">
            <a:extLst>
              <a:ext uri="{FF2B5EF4-FFF2-40B4-BE49-F238E27FC236}">
                <a16:creationId xmlns:a16="http://schemas.microsoft.com/office/drawing/2014/main" id="{96A93C1F-26F2-D86C-56B7-9747629DF5FF}"/>
              </a:ext>
            </a:extLst>
          </p:cNvPr>
          <p:cNvGraphicFramePr>
            <a:graphicFrameLocks/>
          </p:cNvGraphicFramePr>
          <p:nvPr>
            <p:extLst>
              <p:ext uri="{D42A27DB-BD31-4B8C-83A1-F6EECF244321}">
                <p14:modId xmlns:p14="http://schemas.microsoft.com/office/powerpoint/2010/main" val="1003129784"/>
              </p:ext>
            </p:extLst>
          </p:nvPr>
        </p:nvGraphicFramePr>
        <p:xfrm>
          <a:off x="516264" y="1550672"/>
          <a:ext cx="5410200" cy="4074795"/>
        </p:xfrm>
        <a:graphic>
          <a:graphicData uri="http://schemas.openxmlformats.org/drawingml/2006/chart">
            <c:chart xmlns:c="http://schemas.openxmlformats.org/drawingml/2006/chart" xmlns:r="http://schemas.openxmlformats.org/officeDocument/2006/relationships" r:id="rId14"/>
          </a:graphicData>
        </a:graphic>
      </p:graphicFrame>
      <p:graphicFrame>
        <p:nvGraphicFramePr>
          <p:cNvPr id="16" name="cht_Graf_03_TrabajoHoras">
            <a:extLst>
              <a:ext uri="{FF2B5EF4-FFF2-40B4-BE49-F238E27FC236}">
                <a16:creationId xmlns:a16="http://schemas.microsoft.com/office/drawing/2014/main" id="{89107F07-6415-4C5A-A934-86AF8A0AEB0F}"/>
              </a:ext>
            </a:extLst>
          </p:cNvPr>
          <p:cNvGraphicFramePr>
            <a:graphicFrameLocks/>
          </p:cNvGraphicFramePr>
          <p:nvPr>
            <p:extLst>
              <p:ext uri="{D42A27DB-BD31-4B8C-83A1-F6EECF244321}">
                <p14:modId xmlns:p14="http://schemas.microsoft.com/office/powerpoint/2010/main" val="2847981475"/>
              </p:ext>
            </p:extLst>
          </p:nvPr>
        </p:nvGraphicFramePr>
        <p:xfrm>
          <a:off x="0" y="1574362"/>
          <a:ext cx="5562600" cy="3907155"/>
        </p:xfrm>
        <a:graphic>
          <a:graphicData uri="http://schemas.openxmlformats.org/drawingml/2006/chart">
            <c:chart xmlns:c="http://schemas.openxmlformats.org/drawingml/2006/chart" xmlns:r="http://schemas.openxmlformats.org/officeDocument/2006/relationships" r:id="rId15"/>
          </a:graphicData>
        </a:graphic>
      </p:graphicFrame>
      <p:graphicFrame>
        <p:nvGraphicFramePr>
          <p:cNvPr id="17" name="cht_Graf_04_TrabajoPendiente">
            <a:extLst>
              <a:ext uri="{FF2B5EF4-FFF2-40B4-BE49-F238E27FC236}">
                <a16:creationId xmlns:a16="http://schemas.microsoft.com/office/drawing/2014/main" id="{DB86DF02-142A-4009-96F1-9B6021E05521}"/>
              </a:ext>
            </a:extLst>
          </p:cNvPr>
          <p:cNvGraphicFramePr>
            <a:graphicFrameLocks/>
          </p:cNvGraphicFramePr>
          <p:nvPr>
            <p:extLst>
              <p:ext uri="{D42A27DB-BD31-4B8C-83A1-F6EECF244321}">
                <p14:modId xmlns:p14="http://schemas.microsoft.com/office/powerpoint/2010/main" val="2245906204"/>
              </p:ext>
            </p:extLst>
          </p:nvPr>
        </p:nvGraphicFramePr>
        <p:xfrm>
          <a:off x="5562600" y="1612115"/>
          <a:ext cx="6243421" cy="4547616"/>
        </p:xfrm>
        <a:graphic>
          <a:graphicData uri="http://schemas.openxmlformats.org/drawingml/2006/chart">
            <c:chart xmlns:c="http://schemas.openxmlformats.org/drawingml/2006/chart" xmlns:r="http://schemas.openxmlformats.org/officeDocument/2006/relationships" r:id="rId16"/>
          </a:graphicData>
        </a:graphic>
      </p:graphicFrame>
    </p:spTree>
    <p:extLst>
      <p:ext uri="{BB962C8B-B14F-4D97-AF65-F5344CB8AC3E}">
        <p14:creationId xmlns:p14="http://schemas.microsoft.com/office/powerpoint/2010/main" val="1350028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CuadroTexto 137">
            <a:extLst>
              <a:ext uri="{FF2B5EF4-FFF2-40B4-BE49-F238E27FC236}">
                <a16:creationId xmlns:a16="http://schemas.microsoft.com/office/drawing/2014/main" id="{719ACDDE-B06C-055E-5AA7-3FE66521F5A2}"/>
              </a:ext>
            </a:extLst>
          </p:cNvPr>
          <p:cNvSpPr txBox="1"/>
          <p:nvPr/>
        </p:nvSpPr>
        <p:spPr>
          <a:xfrm>
            <a:off x="534563" y="255103"/>
            <a:ext cx="6178550" cy="276999"/>
          </a:xfrm>
          <a:prstGeom prst="rect">
            <a:avLst/>
          </a:prstGeom>
          <a:noFill/>
        </p:spPr>
        <p:txBody>
          <a:bodyPr wrap="square" lIns="0" rIns="0">
            <a:spAutoFit/>
          </a:bodyPr>
          <a:lstStyle/>
          <a:p>
            <a:r>
              <a:rPr lang="es-ES" sz="1200" noProof="0" dirty="0">
                <a:solidFill>
                  <a:schemeClr val="bg1">
                    <a:lumMod val="50000"/>
                  </a:schemeClr>
                </a:solidFill>
                <a:latin typeface="Arial" panose="020B0604020202020204" pitchFamily="34" charset="0"/>
                <a:ea typeface="Arial"/>
                <a:cs typeface="Arial" panose="020B0604020202020204" pitchFamily="34" charset="0"/>
              </a:rPr>
              <a:t>AMPLIACIONES</a:t>
            </a:r>
            <a:endParaRPr lang="es-ES" sz="1200" b="0" i="0" strike="noStrike" cap="none" spc="0" baseline="0" noProof="0" dirty="0">
              <a:solidFill>
                <a:schemeClr val="bg1">
                  <a:lumMod val="50000"/>
                </a:schemeClr>
              </a:solidFill>
              <a:effectLst/>
              <a:latin typeface="Arial" panose="020B0604020202020204" pitchFamily="34" charset="0"/>
              <a:ea typeface="Arial"/>
              <a:cs typeface="Arial" panose="020B0604020202020204" pitchFamily="34" charset="0"/>
            </a:endParaRPr>
          </a:p>
        </p:txBody>
      </p:sp>
      <p:sp>
        <p:nvSpPr>
          <p:cNvPr id="139" name="Título 8">
            <a:extLst>
              <a:ext uri="{FF2B5EF4-FFF2-40B4-BE49-F238E27FC236}">
                <a16:creationId xmlns:a16="http://schemas.microsoft.com/office/drawing/2014/main" id="{A32EA241-5E6E-9F8A-5D87-38081E42DA4E}"/>
              </a:ext>
            </a:extLst>
          </p:cNvPr>
          <p:cNvSpPr txBox="1"/>
          <p:nvPr/>
        </p:nvSpPr>
        <p:spPr>
          <a:xfrm>
            <a:off x="534563" y="861910"/>
            <a:ext cx="10159104" cy="536362"/>
          </a:xfrm>
          <a:prstGeom prst="rect">
            <a:avLst/>
          </a:prstGeom>
        </p:spPr>
        <p:txBody>
          <a:bodyPr vert="horz" wrap="none" lIns="0" tIns="0" rIns="0" bIns="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ts val="2800"/>
              </a:lnSpc>
            </a:pPr>
            <a:r>
              <a:rPr lang="es-ES" sz="2200" b="1" i="0" strike="noStrike" cap="all" spc="0" baseline="0" noProof="0" dirty="0">
                <a:solidFill>
                  <a:srgbClr val="005198"/>
                </a:solidFill>
                <a:effectLst/>
                <a:latin typeface="Arial" panose="020B0604020202020204" pitchFamily="34" charset="0"/>
                <a:ea typeface="Arial"/>
                <a:cs typeface="Arial" panose="020B0604020202020204" pitchFamily="34" charset="0"/>
              </a:rPr>
              <a:t>CARGA DE TRABAJO SEGÚN TAMAÑO DE PROYECTO</a:t>
            </a:r>
          </a:p>
        </p:txBody>
      </p:sp>
      <p:cxnSp>
        <p:nvCxnSpPr>
          <p:cNvPr id="140" name="Conector recto 139">
            <a:extLst>
              <a:ext uri="{FF2B5EF4-FFF2-40B4-BE49-F238E27FC236}">
                <a16:creationId xmlns:a16="http://schemas.microsoft.com/office/drawing/2014/main" id="{ABFADFF7-D7C9-0756-4361-47FB190267C3}"/>
              </a:ext>
            </a:extLst>
          </p:cNvPr>
          <p:cNvCxnSpPr/>
          <p:nvPr/>
        </p:nvCxnSpPr>
        <p:spPr>
          <a:xfrm>
            <a:off x="546867" y="831096"/>
            <a:ext cx="354273" cy="0"/>
          </a:xfrm>
          <a:prstGeom prst="line">
            <a:avLst/>
          </a:prstGeom>
          <a:ln w="31750">
            <a:solidFill>
              <a:srgbClr val="FA6900"/>
            </a:solidFill>
          </a:ln>
        </p:spPr>
        <p:style>
          <a:lnRef idx="1">
            <a:schemeClr val="accent1"/>
          </a:lnRef>
          <a:fillRef idx="0">
            <a:schemeClr val="accent1"/>
          </a:fillRef>
          <a:effectRef idx="0">
            <a:schemeClr val="accent1"/>
          </a:effectRef>
          <a:fontRef idx="minor">
            <a:schemeClr val="tx1"/>
          </a:fontRef>
        </p:style>
      </p:cxnSp>
      <p:sp>
        <p:nvSpPr>
          <p:cNvPr id="141" name="Marcador de número de diapositiva 3">
            <a:extLst>
              <a:ext uri="{FF2B5EF4-FFF2-40B4-BE49-F238E27FC236}">
                <a16:creationId xmlns:a16="http://schemas.microsoft.com/office/drawing/2014/main" id="{10EC2D02-8D7A-060B-5D8F-A7CFC45F8911}"/>
              </a:ext>
            </a:extLst>
          </p:cNvPr>
          <p:cNvSpPr>
            <a:spLocks noGrp="1"/>
          </p:cNvSpPr>
          <p:nvPr>
            <p:ph type="sldNum" sz="quarter" idx="4"/>
          </p:nvPr>
        </p:nvSpPr>
        <p:spPr>
          <a:xfrm>
            <a:off x="191344" y="6477216"/>
            <a:ext cx="505019" cy="180000"/>
          </a:xfrm>
          <a:prstGeom prst="rect">
            <a:avLst/>
          </a:prstGeom>
        </p:spPr>
        <p:txBody>
          <a:bodyPr vert="horz" lIns="0" tIns="0" rIns="0" bIns="0" rtlCol="0" anchor="ctr"/>
          <a:lstStyle>
            <a:defPPr>
              <a:defRPr lang="en-US"/>
            </a:defPPr>
            <a:lvl1pPr marL="0" algn="r" defTabSz="457200" rtl="0" eaLnBrk="1" latinLnBrk="0" hangingPunct="1">
              <a:defRPr sz="1050" b="1" kern="1200">
                <a:solidFill>
                  <a:srgbClr val="005198"/>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569C854-9955-467A-873C-E541C97C6FA2}" type="slidenum">
              <a:rPr lang="es-ES" noProof="0" smtClean="0">
                <a:latin typeface="Arial" panose="020B0604020202020204" pitchFamily="34" charset="0"/>
                <a:cs typeface="Arial" panose="020B0604020202020204" pitchFamily="34" charset="0"/>
              </a:rPr>
              <a:t>7</a:t>
            </a:fld>
            <a:endParaRPr lang="es-ES" noProof="0" dirty="0">
              <a:latin typeface="Arial" panose="020B0604020202020204" pitchFamily="34" charset="0"/>
              <a:cs typeface="Arial" panose="020B0604020202020204" pitchFamily="34" charset="0"/>
            </a:endParaRPr>
          </a:p>
        </p:txBody>
      </p:sp>
      <p:sp>
        <p:nvSpPr>
          <p:cNvPr id="2" name="Marcador de pie de página 2">
            <a:extLst>
              <a:ext uri="{FF2B5EF4-FFF2-40B4-BE49-F238E27FC236}">
                <a16:creationId xmlns:a16="http://schemas.microsoft.com/office/drawing/2014/main" id="{48AA4F43-C571-B0D2-B3BC-C74A0E4A8DBC}"/>
              </a:ext>
            </a:extLst>
          </p:cNvPr>
          <p:cNvSpPr>
            <a:spLocks noGrp="1"/>
          </p:cNvSpPr>
          <p:nvPr>
            <p:ph type="ftr" sz="quarter" idx="3"/>
          </p:nvPr>
        </p:nvSpPr>
        <p:spPr>
          <a:xfrm>
            <a:off x="766800" y="6408000"/>
            <a:ext cx="7153350" cy="322448"/>
          </a:xfrm>
        </p:spPr>
        <p:txBody>
          <a:bodyPr/>
          <a:lstStyle/>
          <a:p>
            <a:r>
              <a:rPr lang="es-ES" sz="1050" b="0" i="0" strike="noStrike" cap="none" spc="0" baseline="0" noProof="0" dirty="0">
                <a:solidFill>
                  <a:srgbClr val="005198"/>
                </a:solidFill>
                <a:effectLst/>
                <a:ea typeface="Arial"/>
              </a:rPr>
              <a:t>INNOVATION IN WAREHOUSING AND SUPPLY CHAIN</a:t>
            </a:r>
            <a:endParaRPr lang="es-ES" noProof="0" dirty="0"/>
          </a:p>
        </p:txBody>
      </p:sp>
      <p:graphicFrame>
        <p:nvGraphicFramePr>
          <p:cNvPr id="4" name="cht_Graf_05_BarrasAgrupacion">
            <a:extLst>
              <a:ext uri="{FF2B5EF4-FFF2-40B4-BE49-F238E27FC236}">
                <a16:creationId xmlns:a16="http://schemas.microsoft.com/office/drawing/2014/main" id="{9BC2FB07-B548-4340-AA32-6D880748288F}"/>
              </a:ext>
            </a:extLst>
          </p:cNvPr>
          <p:cNvGraphicFramePr>
            <a:graphicFrameLocks/>
          </p:cNvGraphicFramePr>
          <p:nvPr>
            <p:extLst>
              <p:ext uri="{D42A27DB-BD31-4B8C-83A1-F6EECF244321}">
                <p14:modId xmlns:p14="http://schemas.microsoft.com/office/powerpoint/2010/main" val="446620953"/>
              </p:ext>
            </p:extLst>
          </p:nvPr>
        </p:nvGraphicFramePr>
        <p:xfrm>
          <a:off x="465513" y="1388744"/>
          <a:ext cx="11346872" cy="4746049"/>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904442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CuadroTexto 137">
            <a:extLst>
              <a:ext uri="{FF2B5EF4-FFF2-40B4-BE49-F238E27FC236}">
                <a16:creationId xmlns:a16="http://schemas.microsoft.com/office/drawing/2014/main" id="{719ACDDE-B06C-055E-5AA7-3FE66521F5A2}"/>
              </a:ext>
            </a:extLst>
          </p:cNvPr>
          <p:cNvSpPr txBox="1"/>
          <p:nvPr/>
        </p:nvSpPr>
        <p:spPr>
          <a:xfrm>
            <a:off x="534563" y="255103"/>
            <a:ext cx="6178550" cy="276999"/>
          </a:xfrm>
          <a:prstGeom prst="rect">
            <a:avLst/>
          </a:prstGeom>
          <a:noFill/>
        </p:spPr>
        <p:txBody>
          <a:bodyPr wrap="square" lIns="0" rIns="0">
            <a:spAutoFit/>
          </a:bodyPr>
          <a:lstStyle/>
          <a:p>
            <a:r>
              <a:rPr lang="es-ES" sz="1200" noProof="0" dirty="0">
                <a:solidFill>
                  <a:schemeClr val="bg1">
                    <a:lumMod val="50000"/>
                  </a:schemeClr>
                </a:solidFill>
                <a:latin typeface="Arial" panose="020B0604020202020204" pitchFamily="34" charset="0"/>
                <a:ea typeface="Arial"/>
                <a:cs typeface="Arial" panose="020B0604020202020204" pitchFamily="34" charset="0"/>
              </a:rPr>
              <a:t>AMPLIACIONES</a:t>
            </a:r>
            <a:endParaRPr lang="es-ES" sz="1200" b="0" i="0" strike="noStrike" cap="none" spc="0" baseline="0" noProof="0" dirty="0">
              <a:solidFill>
                <a:schemeClr val="bg1">
                  <a:lumMod val="50000"/>
                </a:schemeClr>
              </a:solidFill>
              <a:effectLst/>
              <a:latin typeface="Arial" panose="020B0604020202020204" pitchFamily="34" charset="0"/>
              <a:ea typeface="Arial"/>
              <a:cs typeface="Arial" panose="020B0604020202020204" pitchFamily="34" charset="0"/>
            </a:endParaRPr>
          </a:p>
        </p:txBody>
      </p:sp>
      <p:sp>
        <p:nvSpPr>
          <p:cNvPr id="139" name="Título 8">
            <a:extLst>
              <a:ext uri="{FF2B5EF4-FFF2-40B4-BE49-F238E27FC236}">
                <a16:creationId xmlns:a16="http://schemas.microsoft.com/office/drawing/2014/main" id="{A32EA241-5E6E-9F8A-5D87-38081E42DA4E}"/>
              </a:ext>
            </a:extLst>
          </p:cNvPr>
          <p:cNvSpPr txBox="1"/>
          <p:nvPr/>
        </p:nvSpPr>
        <p:spPr>
          <a:xfrm>
            <a:off x="534563" y="861910"/>
            <a:ext cx="10159104" cy="536362"/>
          </a:xfrm>
          <a:prstGeom prst="rect">
            <a:avLst/>
          </a:prstGeom>
        </p:spPr>
        <p:txBody>
          <a:bodyPr vert="horz" wrap="none" lIns="0" tIns="0" rIns="0" bIns="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ts val="2800"/>
              </a:lnSpc>
            </a:pPr>
            <a:r>
              <a:rPr lang="es-ES" sz="2200" b="1" i="0" strike="noStrike" cap="all" spc="0" baseline="0" noProof="0" dirty="0">
                <a:solidFill>
                  <a:srgbClr val="005198"/>
                </a:solidFill>
                <a:effectLst/>
                <a:latin typeface="Arial" panose="020B0604020202020204" pitchFamily="34" charset="0"/>
                <a:ea typeface="Arial"/>
                <a:cs typeface="Arial" panose="020B0604020202020204" pitchFamily="34" charset="0"/>
              </a:rPr>
              <a:t>Facturación VS AVANCE Según</a:t>
            </a:r>
            <a:r>
              <a:rPr lang="es-ES" sz="2200" b="1" cap="all" noProof="0" dirty="0">
                <a:solidFill>
                  <a:srgbClr val="005198"/>
                </a:solidFill>
                <a:latin typeface="Arial" panose="020B0604020202020204" pitchFamily="34" charset="0"/>
                <a:ea typeface="Arial"/>
                <a:cs typeface="Arial" panose="020B0604020202020204" pitchFamily="34" charset="0"/>
              </a:rPr>
              <a:t> tamaño de proyecto </a:t>
            </a:r>
            <a:r>
              <a:rPr lang="es-ES" sz="2200" b="1" i="0" strike="noStrike" cap="all" spc="0" baseline="0" noProof="0" dirty="0">
                <a:solidFill>
                  <a:srgbClr val="005198"/>
                </a:solidFill>
                <a:effectLst/>
                <a:latin typeface="Arial" panose="020B0604020202020204" pitchFamily="34" charset="0"/>
                <a:ea typeface="Arial"/>
                <a:cs typeface="Arial" panose="020B0604020202020204" pitchFamily="34" charset="0"/>
              </a:rPr>
              <a:t>(SOLO SoFTWARE)</a:t>
            </a:r>
          </a:p>
          <a:p>
            <a:pPr>
              <a:lnSpc>
                <a:spcPts val="3400"/>
              </a:lnSpc>
            </a:pPr>
            <a:endParaRPr lang="es-ES" sz="2200" b="1" i="0" strike="noStrike" cap="all" spc="0" baseline="0" noProof="0" dirty="0">
              <a:solidFill>
                <a:srgbClr val="005198"/>
              </a:solidFill>
              <a:effectLst/>
              <a:latin typeface="Arial" panose="020B0604020202020204" pitchFamily="34" charset="0"/>
              <a:ea typeface="Arial"/>
              <a:cs typeface="Arial" panose="020B0604020202020204" pitchFamily="34" charset="0"/>
            </a:endParaRPr>
          </a:p>
        </p:txBody>
      </p:sp>
      <p:cxnSp>
        <p:nvCxnSpPr>
          <p:cNvPr id="140" name="Conector recto 139">
            <a:extLst>
              <a:ext uri="{FF2B5EF4-FFF2-40B4-BE49-F238E27FC236}">
                <a16:creationId xmlns:a16="http://schemas.microsoft.com/office/drawing/2014/main" id="{ABFADFF7-D7C9-0756-4361-47FB190267C3}"/>
              </a:ext>
            </a:extLst>
          </p:cNvPr>
          <p:cNvCxnSpPr/>
          <p:nvPr/>
        </p:nvCxnSpPr>
        <p:spPr>
          <a:xfrm>
            <a:off x="546867" y="831096"/>
            <a:ext cx="354273" cy="0"/>
          </a:xfrm>
          <a:prstGeom prst="line">
            <a:avLst/>
          </a:prstGeom>
          <a:ln w="31750">
            <a:solidFill>
              <a:srgbClr val="FA6900"/>
            </a:solidFill>
          </a:ln>
        </p:spPr>
        <p:style>
          <a:lnRef idx="1">
            <a:schemeClr val="accent1"/>
          </a:lnRef>
          <a:fillRef idx="0">
            <a:schemeClr val="accent1"/>
          </a:fillRef>
          <a:effectRef idx="0">
            <a:schemeClr val="accent1"/>
          </a:effectRef>
          <a:fontRef idx="minor">
            <a:schemeClr val="tx1"/>
          </a:fontRef>
        </p:style>
      </p:cxnSp>
      <p:sp>
        <p:nvSpPr>
          <p:cNvPr id="141" name="Marcador de número de diapositiva 3">
            <a:extLst>
              <a:ext uri="{FF2B5EF4-FFF2-40B4-BE49-F238E27FC236}">
                <a16:creationId xmlns:a16="http://schemas.microsoft.com/office/drawing/2014/main" id="{10EC2D02-8D7A-060B-5D8F-A7CFC45F8911}"/>
              </a:ext>
            </a:extLst>
          </p:cNvPr>
          <p:cNvSpPr>
            <a:spLocks noGrp="1"/>
          </p:cNvSpPr>
          <p:nvPr>
            <p:ph type="sldNum" sz="quarter" idx="4"/>
          </p:nvPr>
        </p:nvSpPr>
        <p:spPr>
          <a:xfrm>
            <a:off x="191344" y="6477216"/>
            <a:ext cx="505019" cy="180000"/>
          </a:xfrm>
          <a:prstGeom prst="rect">
            <a:avLst/>
          </a:prstGeom>
        </p:spPr>
        <p:txBody>
          <a:bodyPr vert="horz" lIns="0" tIns="0" rIns="0" bIns="0" rtlCol="0" anchor="ctr"/>
          <a:lstStyle>
            <a:defPPr>
              <a:defRPr lang="en-US"/>
            </a:defPPr>
            <a:lvl1pPr marL="0" algn="r" defTabSz="457200" rtl="0" eaLnBrk="1" latinLnBrk="0" hangingPunct="1">
              <a:defRPr sz="1050" b="1" kern="1200">
                <a:solidFill>
                  <a:srgbClr val="005198"/>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569C854-9955-467A-873C-E541C97C6FA2}" type="slidenum">
              <a:rPr lang="es-ES" noProof="0" smtClean="0">
                <a:latin typeface="Arial" panose="020B0604020202020204" pitchFamily="34" charset="0"/>
                <a:cs typeface="Arial" panose="020B0604020202020204" pitchFamily="34" charset="0"/>
              </a:rPr>
              <a:t>8</a:t>
            </a:fld>
            <a:endParaRPr lang="es-ES" noProof="0" dirty="0">
              <a:latin typeface="Arial" panose="020B0604020202020204" pitchFamily="34" charset="0"/>
              <a:cs typeface="Arial" panose="020B0604020202020204" pitchFamily="34" charset="0"/>
            </a:endParaRPr>
          </a:p>
        </p:txBody>
      </p:sp>
      <p:sp>
        <p:nvSpPr>
          <p:cNvPr id="2" name="Marcador de pie de página 2">
            <a:extLst>
              <a:ext uri="{FF2B5EF4-FFF2-40B4-BE49-F238E27FC236}">
                <a16:creationId xmlns:a16="http://schemas.microsoft.com/office/drawing/2014/main" id="{48AA4F43-C571-B0D2-B3BC-C74A0E4A8DBC}"/>
              </a:ext>
            </a:extLst>
          </p:cNvPr>
          <p:cNvSpPr>
            <a:spLocks noGrp="1"/>
          </p:cNvSpPr>
          <p:nvPr>
            <p:ph type="ftr" sz="quarter" idx="3"/>
          </p:nvPr>
        </p:nvSpPr>
        <p:spPr>
          <a:xfrm>
            <a:off x="766800" y="6408000"/>
            <a:ext cx="7153350" cy="322448"/>
          </a:xfrm>
        </p:spPr>
        <p:txBody>
          <a:bodyPr/>
          <a:lstStyle/>
          <a:p>
            <a:r>
              <a:rPr lang="es-ES" sz="1050" b="0" i="0" strike="noStrike" cap="none" spc="0" baseline="0" noProof="0" dirty="0">
                <a:solidFill>
                  <a:srgbClr val="005198"/>
                </a:solidFill>
                <a:effectLst/>
                <a:ea typeface="Arial"/>
              </a:rPr>
              <a:t>INNOVATION IN WAREHOUSING AND SUPPLY CHAIN</a:t>
            </a:r>
            <a:endParaRPr lang="es-ES" noProof="0" dirty="0"/>
          </a:p>
        </p:txBody>
      </p:sp>
      <p:graphicFrame>
        <p:nvGraphicFramePr>
          <p:cNvPr id="4" name="cht_Graf_07_AvanceVsFacturacion">
            <a:extLst>
              <a:ext uri="{FF2B5EF4-FFF2-40B4-BE49-F238E27FC236}">
                <a16:creationId xmlns:a16="http://schemas.microsoft.com/office/drawing/2014/main" id="{04EEDF37-AC12-4E71-88A2-60088296F43B}"/>
              </a:ext>
            </a:extLst>
          </p:cNvPr>
          <p:cNvGraphicFramePr>
            <a:graphicFrameLocks/>
          </p:cNvGraphicFramePr>
          <p:nvPr>
            <p:extLst>
              <p:ext uri="{D42A27DB-BD31-4B8C-83A1-F6EECF244321}">
                <p14:modId xmlns:p14="http://schemas.microsoft.com/office/powerpoint/2010/main" val="3348063722"/>
              </p:ext>
            </p:extLst>
          </p:nvPr>
        </p:nvGraphicFramePr>
        <p:xfrm>
          <a:off x="290946" y="1429085"/>
          <a:ext cx="11396750" cy="478052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032248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CuadroTexto 137">
            <a:extLst>
              <a:ext uri="{FF2B5EF4-FFF2-40B4-BE49-F238E27FC236}">
                <a16:creationId xmlns:a16="http://schemas.microsoft.com/office/drawing/2014/main" id="{719ACDDE-B06C-055E-5AA7-3FE66521F5A2}"/>
              </a:ext>
            </a:extLst>
          </p:cNvPr>
          <p:cNvSpPr txBox="1"/>
          <p:nvPr/>
        </p:nvSpPr>
        <p:spPr>
          <a:xfrm>
            <a:off x="534563" y="255103"/>
            <a:ext cx="6178550" cy="276999"/>
          </a:xfrm>
          <a:prstGeom prst="rect">
            <a:avLst/>
          </a:prstGeom>
          <a:noFill/>
        </p:spPr>
        <p:txBody>
          <a:bodyPr wrap="square" lIns="0" rIns="0">
            <a:spAutoFit/>
          </a:bodyPr>
          <a:lstStyle/>
          <a:p>
            <a:r>
              <a:rPr lang="es-ES" sz="1200" noProof="0" dirty="0">
                <a:solidFill>
                  <a:schemeClr val="bg1">
                    <a:lumMod val="50000"/>
                  </a:schemeClr>
                </a:solidFill>
                <a:latin typeface="Arial" panose="020B0604020202020204" pitchFamily="34" charset="0"/>
                <a:ea typeface="Arial"/>
                <a:cs typeface="Arial" panose="020B0604020202020204" pitchFamily="34" charset="0"/>
              </a:rPr>
              <a:t>AMPLIACIONES</a:t>
            </a:r>
            <a:endParaRPr lang="es-ES" sz="1200" b="0" i="0" strike="noStrike" cap="none" spc="0" baseline="0" noProof="0" dirty="0">
              <a:solidFill>
                <a:schemeClr val="bg1">
                  <a:lumMod val="50000"/>
                </a:schemeClr>
              </a:solidFill>
              <a:effectLst/>
              <a:latin typeface="Arial" panose="020B0604020202020204" pitchFamily="34" charset="0"/>
              <a:ea typeface="Arial"/>
              <a:cs typeface="Arial" panose="020B0604020202020204" pitchFamily="34" charset="0"/>
            </a:endParaRPr>
          </a:p>
        </p:txBody>
      </p:sp>
      <p:sp>
        <p:nvSpPr>
          <p:cNvPr id="139" name="Título 8">
            <a:extLst>
              <a:ext uri="{FF2B5EF4-FFF2-40B4-BE49-F238E27FC236}">
                <a16:creationId xmlns:a16="http://schemas.microsoft.com/office/drawing/2014/main" id="{A32EA241-5E6E-9F8A-5D87-38081E42DA4E}"/>
              </a:ext>
            </a:extLst>
          </p:cNvPr>
          <p:cNvSpPr txBox="1"/>
          <p:nvPr/>
        </p:nvSpPr>
        <p:spPr>
          <a:xfrm>
            <a:off x="534562" y="861910"/>
            <a:ext cx="11657437" cy="536362"/>
          </a:xfrm>
          <a:prstGeom prst="rect">
            <a:avLst/>
          </a:prstGeom>
        </p:spPr>
        <p:txBody>
          <a:bodyPr vert="horz" wrap="none" lIns="0" tIns="0" rIns="0" bIns="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ts val="2800"/>
              </a:lnSpc>
            </a:pPr>
            <a:r>
              <a:rPr lang="es-ES" sz="2200" b="1" i="0" strike="noStrike" cap="all" spc="0" baseline="0" noProof="0" dirty="0">
                <a:solidFill>
                  <a:srgbClr val="005198"/>
                </a:solidFill>
                <a:effectLst/>
                <a:latin typeface="Arial" panose="020B0604020202020204" pitchFamily="34" charset="0"/>
                <a:ea typeface="Arial"/>
                <a:cs typeface="Arial" panose="020B0604020202020204" pitchFamily="34" charset="0"/>
              </a:rPr>
              <a:t>Facturación VS </a:t>
            </a:r>
            <a:r>
              <a:rPr lang="es-ES" sz="2200" b="1" cap="all" noProof="0" dirty="0">
                <a:solidFill>
                  <a:srgbClr val="005198"/>
                </a:solidFill>
                <a:latin typeface="Arial" panose="020B0604020202020204" pitchFamily="34" charset="0"/>
                <a:ea typeface="Arial"/>
                <a:cs typeface="Arial" panose="020B0604020202020204" pitchFamily="34" charset="0"/>
              </a:rPr>
              <a:t>HORAS INVERTIDAS</a:t>
            </a:r>
            <a:r>
              <a:rPr lang="es-ES" sz="2200" b="1" i="0" strike="noStrike" cap="all" spc="0" baseline="0" noProof="0" dirty="0">
                <a:solidFill>
                  <a:srgbClr val="005198"/>
                </a:solidFill>
                <a:effectLst/>
                <a:latin typeface="Arial" panose="020B0604020202020204" pitchFamily="34" charset="0"/>
                <a:ea typeface="Arial"/>
                <a:cs typeface="Arial" panose="020B0604020202020204" pitchFamily="34" charset="0"/>
              </a:rPr>
              <a:t> Según</a:t>
            </a:r>
            <a:r>
              <a:rPr lang="es-ES" sz="2200" b="1" cap="all" noProof="0" dirty="0">
                <a:solidFill>
                  <a:srgbClr val="005198"/>
                </a:solidFill>
                <a:latin typeface="Arial" panose="020B0604020202020204" pitchFamily="34" charset="0"/>
                <a:ea typeface="Arial"/>
                <a:cs typeface="Arial" panose="020B0604020202020204" pitchFamily="34" charset="0"/>
              </a:rPr>
              <a:t> tamaño de proyecto </a:t>
            </a:r>
          </a:p>
          <a:p>
            <a:pPr>
              <a:lnSpc>
                <a:spcPts val="2800"/>
              </a:lnSpc>
            </a:pPr>
            <a:r>
              <a:rPr lang="es-ES" sz="2200" b="1" i="0" strike="noStrike" cap="all" spc="0" baseline="0" noProof="0" dirty="0">
                <a:solidFill>
                  <a:srgbClr val="005198"/>
                </a:solidFill>
                <a:effectLst/>
                <a:latin typeface="Arial" panose="020B0604020202020204" pitchFamily="34" charset="0"/>
                <a:ea typeface="Arial"/>
                <a:cs typeface="Arial" panose="020B0604020202020204" pitchFamily="34" charset="0"/>
              </a:rPr>
              <a:t>(SOLO SoFTWARE)</a:t>
            </a:r>
          </a:p>
          <a:p>
            <a:pPr>
              <a:lnSpc>
                <a:spcPts val="3400"/>
              </a:lnSpc>
            </a:pPr>
            <a:endParaRPr lang="es-ES" sz="2200" b="1" i="0" strike="noStrike" cap="all" spc="0" baseline="0" noProof="0" dirty="0">
              <a:solidFill>
                <a:srgbClr val="005198"/>
              </a:solidFill>
              <a:effectLst/>
              <a:latin typeface="Arial" panose="020B0604020202020204" pitchFamily="34" charset="0"/>
              <a:ea typeface="Arial"/>
              <a:cs typeface="Arial" panose="020B0604020202020204" pitchFamily="34" charset="0"/>
            </a:endParaRPr>
          </a:p>
        </p:txBody>
      </p:sp>
      <p:cxnSp>
        <p:nvCxnSpPr>
          <p:cNvPr id="140" name="Conector recto 139">
            <a:extLst>
              <a:ext uri="{FF2B5EF4-FFF2-40B4-BE49-F238E27FC236}">
                <a16:creationId xmlns:a16="http://schemas.microsoft.com/office/drawing/2014/main" id="{ABFADFF7-D7C9-0756-4361-47FB190267C3}"/>
              </a:ext>
            </a:extLst>
          </p:cNvPr>
          <p:cNvCxnSpPr/>
          <p:nvPr/>
        </p:nvCxnSpPr>
        <p:spPr>
          <a:xfrm>
            <a:off x="546867" y="831096"/>
            <a:ext cx="354273" cy="0"/>
          </a:xfrm>
          <a:prstGeom prst="line">
            <a:avLst/>
          </a:prstGeom>
          <a:ln w="31750">
            <a:solidFill>
              <a:srgbClr val="FA6900"/>
            </a:solidFill>
          </a:ln>
        </p:spPr>
        <p:style>
          <a:lnRef idx="1">
            <a:schemeClr val="accent1"/>
          </a:lnRef>
          <a:fillRef idx="0">
            <a:schemeClr val="accent1"/>
          </a:fillRef>
          <a:effectRef idx="0">
            <a:schemeClr val="accent1"/>
          </a:effectRef>
          <a:fontRef idx="minor">
            <a:schemeClr val="tx1"/>
          </a:fontRef>
        </p:style>
      </p:cxnSp>
      <p:sp>
        <p:nvSpPr>
          <p:cNvPr id="141" name="Marcador de número de diapositiva 3">
            <a:extLst>
              <a:ext uri="{FF2B5EF4-FFF2-40B4-BE49-F238E27FC236}">
                <a16:creationId xmlns:a16="http://schemas.microsoft.com/office/drawing/2014/main" id="{10EC2D02-8D7A-060B-5D8F-A7CFC45F8911}"/>
              </a:ext>
            </a:extLst>
          </p:cNvPr>
          <p:cNvSpPr>
            <a:spLocks noGrp="1"/>
          </p:cNvSpPr>
          <p:nvPr>
            <p:ph type="sldNum" sz="quarter" idx="4"/>
          </p:nvPr>
        </p:nvSpPr>
        <p:spPr>
          <a:xfrm>
            <a:off x="191344" y="6477216"/>
            <a:ext cx="505019" cy="180000"/>
          </a:xfrm>
          <a:prstGeom prst="rect">
            <a:avLst/>
          </a:prstGeom>
        </p:spPr>
        <p:txBody>
          <a:bodyPr vert="horz" lIns="0" tIns="0" rIns="0" bIns="0" rtlCol="0" anchor="ctr"/>
          <a:lstStyle>
            <a:defPPr>
              <a:defRPr lang="en-US"/>
            </a:defPPr>
            <a:lvl1pPr marL="0" algn="r" defTabSz="457200" rtl="0" eaLnBrk="1" latinLnBrk="0" hangingPunct="1">
              <a:defRPr sz="1050" b="1" kern="1200">
                <a:solidFill>
                  <a:srgbClr val="005198"/>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569C854-9955-467A-873C-E541C97C6FA2}" type="slidenum">
              <a:rPr lang="es-ES" noProof="0" smtClean="0">
                <a:latin typeface="Arial" panose="020B0604020202020204" pitchFamily="34" charset="0"/>
                <a:cs typeface="Arial" panose="020B0604020202020204" pitchFamily="34" charset="0"/>
              </a:rPr>
              <a:t>9</a:t>
            </a:fld>
            <a:endParaRPr lang="es-ES" noProof="0" dirty="0">
              <a:latin typeface="Arial" panose="020B0604020202020204" pitchFamily="34" charset="0"/>
              <a:cs typeface="Arial" panose="020B0604020202020204" pitchFamily="34" charset="0"/>
            </a:endParaRPr>
          </a:p>
        </p:txBody>
      </p:sp>
      <p:sp>
        <p:nvSpPr>
          <p:cNvPr id="2" name="Marcador de pie de página 2">
            <a:extLst>
              <a:ext uri="{FF2B5EF4-FFF2-40B4-BE49-F238E27FC236}">
                <a16:creationId xmlns:a16="http://schemas.microsoft.com/office/drawing/2014/main" id="{48AA4F43-C571-B0D2-B3BC-C74A0E4A8DBC}"/>
              </a:ext>
            </a:extLst>
          </p:cNvPr>
          <p:cNvSpPr>
            <a:spLocks noGrp="1"/>
          </p:cNvSpPr>
          <p:nvPr>
            <p:ph type="ftr" sz="quarter" idx="3"/>
          </p:nvPr>
        </p:nvSpPr>
        <p:spPr>
          <a:xfrm>
            <a:off x="766800" y="6408000"/>
            <a:ext cx="7153350" cy="322448"/>
          </a:xfrm>
        </p:spPr>
        <p:txBody>
          <a:bodyPr/>
          <a:lstStyle/>
          <a:p>
            <a:r>
              <a:rPr lang="es-ES" sz="1050" b="0" i="0" strike="noStrike" cap="none" spc="0" baseline="0" noProof="0" dirty="0">
                <a:solidFill>
                  <a:srgbClr val="005198"/>
                </a:solidFill>
                <a:effectLst/>
                <a:ea typeface="Arial"/>
              </a:rPr>
              <a:t>INNOVATION IN WAREHOUSING AND SUPPLY CHAIN</a:t>
            </a:r>
            <a:endParaRPr lang="es-ES" noProof="0" dirty="0"/>
          </a:p>
        </p:txBody>
      </p:sp>
      <p:graphicFrame>
        <p:nvGraphicFramePr>
          <p:cNvPr id="4" name="cht_Graf_06_HorasVsFacturacion">
            <a:extLst>
              <a:ext uri="{FF2B5EF4-FFF2-40B4-BE49-F238E27FC236}">
                <a16:creationId xmlns:a16="http://schemas.microsoft.com/office/drawing/2014/main" id="{FFAB5ABC-7218-48C5-AC0F-25F99351BA41}"/>
              </a:ext>
            </a:extLst>
          </p:cNvPr>
          <p:cNvGraphicFramePr>
            <a:graphicFrameLocks/>
          </p:cNvGraphicFramePr>
          <p:nvPr>
            <p:extLst>
              <p:ext uri="{D42A27DB-BD31-4B8C-83A1-F6EECF244321}">
                <p14:modId xmlns:p14="http://schemas.microsoft.com/office/powerpoint/2010/main" val="659784805"/>
              </p:ext>
            </p:extLst>
          </p:nvPr>
        </p:nvGraphicFramePr>
        <p:xfrm>
          <a:off x="340822" y="1728080"/>
          <a:ext cx="11405061" cy="440671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796173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CuadroTexto 137">
            <a:extLst>
              <a:ext uri="{FF2B5EF4-FFF2-40B4-BE49-F238E27FC236}">
                <a16:creationId xmlns:a16="http://schemas.microsoft.com/office/drawing/2014/main" id="{719ACDDE-B06C-055E-5AA7-3FE66521F5A2}"/>
              </a:ext>
            </a:extLst>
          </p:cNvPr>
          <p:cNvSpPr txBox="1"/>
          <p:nvPr/>
        </p:nvSpPr>
        <p:spPr>
          <a:xfrm>
            <a:off x="534563" y="255103"/>
            <a:ext cx="6178550" cy="276999"/>
          </a:xfrm>
          <a:prstGeom prst="rect">
            <a:avLst/>
          </a:prstGeom>
          <a:noFill/>
        </p:spPr>
        <p:txBody>
          <a:bodyPr wrap="square" lIns="0" rIns="0">
            <a:spAutoFit/>
          </a:bodyPr>
          <a:lstStyle/>
          <a:p>
            <a:r>
              <a:rPr lang="es-ES" sz="1200" noProof="0" dirty="0">
                <a:solidFill>
                  <a:schemeClr val="bg1">
                    <a:lumMod val="50000"/>
                  </a:schemeClr>
                </a:solidFill>
                <a:latin typeface="Arial" panose="020B0604020202020204" pitchFamily="34" charset="0"/>
                <a:ea typeface="Arial"/>
                <a:cs typeface="Arial" panose="020B0604020202020204" pitchFamily="34" charset="0"/>
              </a:rPr>
              <a:t>AMPLIACIONES</a:t>
            </a:r>
            <a:endParaRPr lang="es-ES" sz="1200" b="0" i="0" strike="noStrike" cap="none" spc="0" baseline="0" noProof="0" dirty="0">
              <a:solidFill>
                <a:schemeClr val="bg1">
                  <a:lumMod val="50000"/>
                </a:schemeClr>
              </a:solidFill>
              <a:effectLst/>
              <a:latin typeface="Arial" panose="020B0604020202020204" pitchFamily="34" charset="0"/>
              <a:ea typeface="Arial"/>
              <a:cs typeface="Arial" panose="020B0604020202020204" pitchFamily="34" charset="0"/>
            </a:endParaRPr>
          </a:p>
        </p:txBody>
      </p:sp>
      <p:sp>
        <p:nvSpPr>
          <p:cNvPr id="139" name="Título 8">
            <a:extLst>
              <a:ext uri="{FF2B5EF4-FFF2-40B4-BE49-F238E27FC236}">
                <a16:creationId xmlns:a16="http://schemas.microsoft.com/office/drawing/2014/main" id="{A32EA241-5E6E-9F8A-5D87-38081E42DA4E}"/>
              </a:ext>
            </a:extLst>
          </p:cNvPr>
          <p:cNvSpPr txBox="1"/>
          <p:nvPr/>
        </p:nvSpPr>
        <p:spPr>
          <a:xfrm>
            <a:off x="534563" y="861910"/>
            <a:ext cx="10159104" cy="536362"/>
          </a:xfrm>
          <a:prstGeom prst="rect">
            <a:avLst/>
          </a:prstGeom>
        </p:spPr>
        <p:txBody>
          <a:bodyPr vert="horz" wrap="none" lIns="0" tIns="0" rIns="0" bIns="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ts val="2800"/>
              </a:lnSpc>
            </a:pPr>
            <a:r>
              <a:rPr lang="es-ES" sz="2200" b="1" i="0" strike="noStrike" cap="all" spc="0" baseline="0" noProof="0" dirty="0">
                <a:solidFill>
                  <a:srgbClr val="005198"/>
                </a:solidFill>
                <a:effectLst/>
                <a:latin typeface="Arial" panose="020B0604020202020204" pitchFamily="34" charset="0"/>
                <a:ea typeface="Arial"/>
                <a:cs typeface="Arial" panose="020B0604020202020204" pitchFamily="34" charset="0"/>
              </a:rPr>
              <a:t>PROYECTOS ENTREGADOS 2025 Vs 2026 (ACUMULADO)</a:t>
            </a:r>
          </a:p>
          <a:p>
            <a:pPr>
              <a:lnSpc>
                <a:spcPts val="3400"/>
              </a:lnSpc>
            </a:pPr>
            <a:endParaRPr lang="es-ES" sz="2200" b="1" i="0" strike="noStrike" cap="all" spc="0" baseline="0" noProof="0" dirty="0">
              <a:solidFill>
                <a:srgbClr val="005198"/>
              </a:solidFill>
              <a:effectLst/>
              <a:latin typeface="Arial" panose="020B0604020202020204" pitchFamily="34" charset="0"/>
              <a:ea typeface="Arial"/>
              <a:cs typeface="Arial" panose="020B0604020202020204" pitchFamily="34" charset="0"/>
            </a:endParaRPr>
          </a:p>
        </p:txBody>
      </p:sp>
      <p:cxnSp>
        <p:nvCxnSpPr>
          <p:cNvPr id="140" name="Conector recto 139">
            <a:extLst>
              <a:ext uri="{FF2B5EF4-FFF2-40B4-BE49-F238E27FC236}">
                <a16:creationId xmlns:a16="http://schemas.microsoft.com/office/drawing/2014/main" id="{ABFADFF7-D7C9-0756-4361-47FB190267C3}"/>
              </a:ext>
            </a:extLst>
          </p:cNvPr>
          <p:cNvCxnSpPr/>
          <p:nvPr/>
        </p:nvCxnSpPr>
        <p:spPr>
          <a:xfrm>
            <a:off x="546867" y="831096"/>
            <a:ext cx="354273" cy="0"/>
          </a:xfrm>
          <a:prstGeom prst="line">
            <a:avLst/>
          </a:prstGeom>
          <a:ln w="31750">
            <a:solidFill>
              <a:srgbClr val="FA6900"/>
            </a:solidFill>
          </a:ln>
        </p:spPr>
        <p:style>
          <a:lnRef idx="1">
            <a:schemeClr val="accent1"/>
          </a:lnRef>
          <a:fillRef idx="0">
            <a:schemeClr val="accent1"/>
          </a:fillRef>
          <a:effectRef idx="0">
            <a:schemeClr val="accent1"/>
          </a:effectRef>
          <a:fontRef idx="minor">
            <a:schemeClr val="tx1"/>
          </a:fontRef>
        </p:style>
      </p:cxnSp>
      <p:sp>
        <p:nvSpPr>
          <p:cNvPr id="141" name="Marcador de número de diapositiva 3">
            <a:extLst>
              <a:ext uri="{FF2B5EF4-FFF2-40B4-BE49-F238E27FC236}">
                <a16:creationId xmlns:a16="http://schemas.microsoft.com/office/drawing/2014/main" id="{10EC2D02-8D7A-060B-5D8F-A7CFC45F8911}"/>
              </a:ext>
            </a:extLst>
          </p:cNvPr>
          <p:cNvSpPr>
            <a:spLocks noGrp="1"/>
          </p:cNvSpPr>
          <p:nvPr>
            <p:ph type="sldNum" sz="quarter" idx="4"/>
          </p:nvPr>
        </p:nvSpPr>
        <p:spPr>
          <a:xfrm>
            <a:off x="191344" y="6477216"/>
            <a:ext cx="505019" cy="180000"/>
          </a:xfrm>
          <a:prstGeom prst="rect">
            <a:avLst/>
          </a:prstGeom>
        </p:spPr>
        <p:txBody>
          <a:bodyPr vert="horz" lIns="0" tIns="0" rIns="0" bIns="0" rtlCol="0" anchor="ctr"/>
          <a:lstStyle>
            <a:defPPr>
              <a:defRPr lang="en-US"/>
            </a:defPPr>
            <a:lvl1pPr marL="0" algn="r" defTabSz="457200" rtl="0" eaLnBrk="1" latinLnBrk="0" hangingPunct="1">
              <a:defRPr sz="1050" b="1" kern="1200">
                <a:solidFill>
                  <a:srgbClr val="005198"/>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569C854-9955-467A-873C-E541C97C6FA2}" type="slidenum">
              <a:rPr lang="es-ES" noProof="0" smtClean="0">
                <a:latin typeface="Arial" panose="020B0604020202020204" pitchFamily="34" charset="0"/>
                <a:cs typeface="Arial" panose="020B0604020202020204" pitchFamily="34" charset="0"/>
              </a:rPr>
              <a:t>10</a:t>
            </a:fld>
            <a:endParaRPr lang="es-ES" noProof="0" dirty="0">
              <a:latin typeface="Arial" panose="020B0604020202020204" pitchFamily="34" charset="0"/>
              <a:cs typeface="Arial" panose="020B0604020202020204" pitchFamily="34" charset="0"/>
            </a:endParaRPr>
          </a:p>
        </p:txBody>
      </p:sp>
      <p:sp>
        <p:nvSpPr>
          <p:cNvPr id="2" name="Marcador de pie de página 2">
            <a:extLst>
              <a:ext uri="{FF2B5EF4-FFF2-40B4-BE49-F238E27FC236}">
                <a16:creationId xmlns:a16="http://schemas.microsoft.com/office/drawing/2014/main" id="{48AA4F43-C571-B0D2-B3BC-C74A0E4A8DBC}"/>
              </a:ext>
            </a:extLst>
          </p:cNvPr>
          <p:cNvSpPr>
            <a:spLocks noGrp="1"/>
          </p:cNvSpPr>
          <p:nvPr>
            <p:ph type="ftr" sz="quarter" idx="3"/>
          </p:nvPr>
        </p:nvSpPr>
        <p:spPr>
          <a:xfrm>
            <a:off x="766800" y="6408000"/>
            <a:ext cx="7153350" cy="322448"/>
          </a:xfrm>
        </p:spPr>
        <p:txBody>
          <a:bodyPr/>
          <a:lstStyle/>
          <a:p>
            <a:r>
              <a:rPr lang="es-ES" sz="1050" b="0" i="0" strike="noStrike" cap="none" spc="0" baseline="0" noProof="0" dirty="0">
                <a:solidFill>
                  <a:srgbClr val="005198"/>
                </a:solidFill>
                <a:effectLst/>
                <a:ea typeface="Arial"/>
              </a:rPr>
              <a:t>INNOVATION IN WAREHOUSING AND SUPPLY CHAIN</a:t>
            </a:r>
            <a:endParaRPr lang="es-ES" noProof="0" dirty="0"/>
          </a:p>
        </p:txBody>
      </p:sp>
      <p:graphicFrame>
        <p:nvGraphicFramePr>
          <p:cNvPr id="3" name="cht_Graf_09_EntregasProyectos">
            <a:extLst>
              <a:ext uri="{FF2B5EF4-FFF2-40B4-BE49-F238E27FC236}">
                <a16:creationId xmlns:a16="http://schemas.microsoft.com/office/drawing/2014/main" id="{9CB9C444-C98C-4D69-9736-D495055D73B9}"/>
              </a:ext>
            </a:extLst>
          </p:cNvPr>
          <p:cNvGraphicFramePr>
            <a:graphicFrameLocks/>
          </p:cNvGraphicFramePr>
          <p:nvPr>
            <p:extLst>
              <p:ext uri="{D42A27DB-BD31-4B8C-83A1-F6EECF244321}">
                <p14:modId xmlns:p14="http://schemas.microsoft.com/office/powerpoint/2010/main" val="2887164029"/>
              </p:ext>
            </p:extLst>
          </p:nvPr>
        </p:nvGraphicFramePr>
        <p:xfrm>
          <a:off x="444851" y="1429085"/>
          <a:ext cx="11267781" cy="473064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527689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CuadroTexto 137">
            <a:extLst>
              <a:ext uri="{FF2B5EF4-FFF2-40B4-BE49-F238E27FC236}">
                <a16:creationId xmlns:a16="http://schemas.microsoft.com/office/drawing/2014/main" id="{719ACDDE-B06C-055E-5AA7-3FE66521F5A2}"/>
              </a:ext>
            </a:extLst>
          </p:cNvPr>
          <p:cNvSpPr txBox="1"/>
          <p:nvPr/>
        </p:nvSpPr>
        <p:spPr>
          <a:xfrm>
            <a:off x="534563" y="255103"/>
            <a:ext cx="6178550" cy="276999"/>
          </a:xfrm>
          <a:prstGeom prst="rect">
            <a:avLst/>
          </a:prstGeom>
          <a:noFill/>
        </p:spPr>
        <p:txBody>
          <a:bodyPr wrap="square" lIns="0" rIns="0">
            <a:spAutoFit/>
          </a:bodyPr>
          <a:lstStyle/>
          <a:p>
            <a:r>
              <a:rPr lang="es-ES" sz="1200" noProof="0" dirty="0">
                <a:solidFill>
                  <a:schemeClr val="bg1">
                    <a:lumMod val="50000"/>
                  </a:schemeClr>
                </a:solidFill>
                <a:latin typeface="Arial" panose="020B0604020202020204" pitchFamily="34" charset="0"/>
                <a:ea typeface="Arial"/>
                <a:cs typeface="Arial" panose="020B0604020202020204" pitchFamily="34" charset="0"/>
              </a:rPr>
              <a:t>AMPLIACIONES</a:t>
            </a:r>
            <a:endParaRPr lang="es-ES" sz="1200" b="0" i="0" strike="noStrike" cap="none" spc="0" baseline="0" noProof="0" dirty="0">
              <a:solidFill>
                <a:schemeClr val="bg1">
                  <a:lumMod val="50000"/>
                </a:schemeClr>
              </a:solidFill>
              <a:effectLst/>
              <a:latin typeface="Arial" panose="020B0604020202020204" pitchFamily="34" charset="0"/>
              <a:ea typeface="Arial"/>
              <a:cs typeface="Arial" panose="020B0604020202020204" pitchFamily="34" charset="0"/>
            </a:endParaRPr>
          </a:p>
        </p:txBody>
      </p:sp>
      <p:sp>
        <p:nvSpPr>
          <p:cNvPr id="139" name="Título 8">
            <a:extLst>
              <a:ext uri="{FF2B5EF4-FFF2-40B4-BE49-F238E27FC236}">
                <a16:creationId xmlns:a16="http://schemas.microsoft.com/office/drawing/2014/main" id="{A32EA241-5E6E-9F8A-5D87-38081E42DA4E}"/>
              </a:ext>
            </a:extLst>
          </p:cNvPr>
          <p:cNvSpPr txBox="1"/>
          <p:nvPr/>
        </p:nvSpPr>
        <p:spPr>
          <a:xfrm>
            <a:off x="534563" y="861910"/>
            <a:ext cx="10159104" cy="536362"/>
          </a:xfrm>
          <a:prstGeom prst="rect">
            <a:avLst/>
          </a:prstGeom>
        </p:spPr>
        <p:txBody>
          <a:bodyPr vert="horz" wrap="none" lIns="0" tIns="0" rIns="0" bIns="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ts val="2800"/>
              </a:lnSpc>
            </a:pPr>
            <a:r>
              <a:rPr lang="es-ES" sz="2200" b="1" i="0" strike="noStrike" cap="all" spc="0" baseline="0" noProof="0" dirty="0">
                <a:solidFill>
                  <a:srgbClr val="005198"/>
                </a:solidFill>
                <a:effectLst/>
                <a:latin typeface="Arial" panose="020B0604020202020204" pitchFamily="34" charset="0"/>
                <a:ea typeface="Arial"/>
                <a:cs typeface="Arial" panose="020B0604020202020204" pitchFamily="34" charset="0"/>
              </a:rPr>
              <a:t>Horas Entregadas 2025 Vs 2026 (Acumulado)</a:t>
            </a:r>
          </a:p>
          <a:p>
            <a:pPr>
              <a:lnSpc>
                <a:spcPts val="3400"/>
              </a:lnSpc>
            </a:pPr>
            <a:endParaRPr lang="es-ES" sz="2200" b="1" i="0" strike="noStrike" cap="all" spc="0" baseline="0" noProof="0" dirty="0">
              <a:solidFill>
                <a:srgbClr val="005198"/>
              </a:solidFill>
              <a:effectLst/>
              <a:latin typeface="Arial" panose="020B0604020202020204" pitchFamily="34" charset="0"/>
              <a:ea typeface="Arial"/>
              <a:cs typeface="Arial" panose="020B0604020202020204" pitchFamily="34" charset="0"/>
            </a:endParaRPr>
          </a:p>
        </p:txBody>
      </p:sp>
      <p:cxnSp>
        <p:nvCxnSpPr>
          <p:cNvPr id="140" name="Conector recto 139">
            <a:extLst>
              <a:ext uri="{FF2B5EF4-FFF2-40B4-BE49-F238E27FC236}">
                <a16:creationId xmlns:a16="http://schemas.microsoft.com/office/drawing/2014/main" id="{ABFADFF7-D7C9-0756-4361-47FB190267C3}"/>
              </a:ext>
            </a:extLst>
          </p:cNvPr>
          <p:cNvCxnSpPr/>
          <p:nvPr/>
        </p:nvCxnSpPr>
        <p:spPr>
          <a:xfrm>
            <a:off x="546867" y="831096"/>
            <a:ext cx="354273" cy="0"/>
          </a:xfrm>
          <a:prstGeom prst="line">
            <a:avLst/>
          </a:prstGeom>
          <a:ln w="31750">
            <a:solidFill>
              <a:srgbClr val="FA6900"/>
            </a:solidFill>
          </a:ln>
        </p:spPr>
        <p:style>
          <a:lnRef idx="1">
            <a:schemeClr val="accent1"/>
          </a:lnRef>
          <a:fillRef idx="0">
            <a:schemeClr val="accent1"/>
          </a:fillRef>
          <a:effectRef idx="0">
            <a:schemeClr val="accent1"/>
          </a:effectRef>
          <a:fontRef idx="minor">
            <a:schemeClr val="tx1"/>
          </a:fontRef>
        </p:style>
      </p:cxnSp>
      <p:sp>
        <p:nvSpPr>
          <p:cNvPr id="141" name="Marcador de número de diapositiva 3">
            <a:extLst>
              <a:ext uri="{FF2B5EF4-FFF2-40B4-BE49-F238E27FC236}">
                <a16:creationId xmlns:a16="http://schemas.microsoft.com/office/drawing/2014/main" id="{10EC2D02-8D7A-060B-5D8F-A7CFC45F8911}"/>
              </a:ext>
            </a:extLst>
          </p:cNvPr>
          <p:cNvSpPr>
            <a:spLocks noGrp="1"/>
          </p:cNvSpPr>
          <p:nvPr>
            <p:ph type="sldNum" sz="quarter" idx="4"/>
          </p:nvPr>
        </p:nvSpPr>
        <p:spPr>
          <a:xfrm>
            <a:off x="191344" y="6477216"/>
            <a:ext cx="505019" cy="180000"/>
          </a:xfrm>
          <a:prstGeom prst="rect">
            <a:avLst/>
          </a:prstGeom>
        </p:spPr>
        <p:txBody>
          <a:bodyPr vert="horz" lIns="0" tIns="0" rIns="0" bIns="0" rtlCol="0" anchor="ctr"/>
          <a:lstStyle>
            <a:defPPr>
              <a:defRPr lang="en-US"/>
            </a:defPPr>
            <a:lvl1pPr marL="0" algn="r" defTabSz="457200" rtl="0" eaLnBrk="1" latinLnBrk="0" hangingPunct="1">
              <a:defRPr sz="1050" b="1" kern="1200">
                <a:solidFill>
                  <a:srgbClr val="005198"/>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569C854-9955-467A-873C-E541C97C6FA2}" type="slidenum">
              <a:rPr lang="es-ES" noProof="0" smtClean="0">
                <a:latin typeface="Arial" panose="020B0604020202020204" pitchFamily="34" charset="0"/>
                <a:cs typeface="Arial" panose="020B0604020202020204" pitchFamily="34" charset="0"/>
              </a:rPr>
              <a:t>11</a:t>
            </a:fld>
            <a:endParaRPr lang="es-ES" noProof="0" dirty="0">
              <a:latin typeface="Arial" panose="020B0604020202020204" pitchFamily="34" charset="0"/>
              <a:cs typeface="Arial" panose="020B0604020202020204" pitchFamily="34" charset="0"/>
            </a:endParaRPr>
          </a:p>
        </p:txBody>
      </p:sp>
      <p:sp>
        <p:nvSpPr>
          <p:cNvPr id="2" name="Marcador de pie de página 2">
            <a:extLst>
              <a:ext uri="{FF2B5EF4-FFF2-40B4-BE49-F238E27FC236}">
                <a16:creationId xmlns:a16="http://schemas.microsoft.com/office/drawing/2014/main" id="{48AA4F43-C571-B0D2-B3BC-C74A0E4A8DBC}"/>
              </a:ext>
            </a:extLst>
          </p:cNvPr>
          <p:cNvSpPr>
            <a:spLocks noGrp="1"/>
          </p:cNvSpPr>
          <p:nvPr>
            <p:ph type="ftr" sz="quarter" idx="3"/>
          </p:nvPr>
        </p:nvSpPr>
        <p:spPr>
          <a:xfrm>
            <a:off x="766800" y="6408000"/>
            <a:ext cx="7153350" cy="322448"/>
          </a:xfrm>
        </p:spPr>
        <p:txBody>
          <a:bodyPr/>
          <a:lstStyle/>
          <a:p>
            <a:r>
              <a:rPr lang="es-ES" sz="1050" b="0" i="0" strike="noStrike" cap="none" spc="0" baseline="0" noProof="0" dirty="0">
                <a:solidFill>
                  <a:srgbClr val="005198"/>
                </a:solidFill>
                <a:effectLst/>
                <a:ea typeface="Arial"/>
              </a:rPr>
              <a:t>INNOVATION IN WAREHOUSING AND SUPPLY CHAIN</a:t>
            </a:r>
            <a:endParaRPr lang="es-ES" noProof="0" dirty="0"/>
          </a:p>
        </p:txBody>
      </p:sp>
      <p:graphicFrame>
        <p:nvGraphicFramePr>
          <p:cNvPr id="4" name="cht_Graf_08_EntregasHoras">
            <a:extLst>
              <a:ext uri="{FF2B5EF4-FFF2-40B4-BE49-F238E27FC236}">
                <a16:creationId xmlns:a16="http://schemas.microsoft.com/office/drawing/2014/main" id="{87998BE8-ACB1-4817-8C37-F8E6498AEF35}"/>
              </a:ext>
            </a:extLst>
          </p:cNvPr>
          <p:cNvGraphicFramePr>
            <a:graphicFrameLocks/>
          </p:cNvGraphicFramePr>
          <p:nvPr>
            <p:extLst>
              <p:ext uri="{D42A27DB-BD31-4B8C-83A1-F6EECF244321}">
                <p14:modId xmlns:p14="http://schemas.microsoft.com/office/powerpoint/2010/main" val="3818670864"/>
              </p:ext>
            </p:extLst>
          </p:nvPr>
        </p:nvGraphicFramePr>
        <p:xfrm>
          <a:off x="534563" y="1288472"/>
          <a:ext cx="11302761" cy="497101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2031852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CuadroTexto 137">
            <a:extLst>
              <a:ext uri="{FF2B5EF4-FFF2-40B4-BE49-F238E27FC236}">
                <a16:creationId xmlns:a16="http://schemas.microsoft.com/office/drawing/2014/main" id="{719ACDDE-B06C-055E-5AA7-3FE66521F5A2}"/>
              </a:ext>
            </a:extLst>
          </p:cNvPr>
          <p:cNvSpPr txBox="1"/>
          <p:nvPr/>
        </p:nvSpPr>
        <p:spPr>
          <a:xfrm>
            <a:off x="534563" y="255103"/>
            <a:ext cx="6178550" cy="276999"/>
          </a:xfrm>
          <a:prstGeom prst="rect">
            <a:avLst/>
          </a:prstGeom>
          <a:noFill/>
        </p:spPr>
        <p:txBody>
          <a:bodyPr wrap="square" lIns="0" rIns="0">
            <a:spAutoFit/>
          </a:bodyPr>
          <a:lstStyle/>
          <a:p>
            <a:r>
              <a:rPr lang="es-ES" sz="1200" noProof="0" dirty="0">
                <a:solidFill>
                  <a:schemeClr val="bg1">
                    <a:lumMod val="50000"/>
                  </a:schemeClr>
                </a:solidFill>
                <a:latin typeface="Arial" panose="020B0604020202020204" pitchFamily="34" charset="0"/>
                <a:ea typeface="Arial"/>
                <a:cs typeface="Arial" panose="020B0604020202020204" pitchFamily="34" charset="0"/>
              </a:rPr>
              <a:t>AMPLIACIONES</a:t>
            </a:r>
            <a:endParaRPr lang="es-ES" sz="1200" b="0" i="0" strike="noStrike" cap="none" spc="0" baseline="0" noProof="0" dirty="0">
              <a:solidFill>
                <a:schemeClr val="bg1">
                  <a:lumMod val="50000"/>
                </a:schemeClr>
              </a:solidFill>
              <a:effectLst/>
              <a:latin typeface="Arial" panose="020B0604020202020204" pitchFamily="34" charset="0"/>
              <a:ea typeface="Arial"/>
              <a:cs typeface="Arial" panose="020B0604020202020204" pitchFamily="34" charset="0"/>
            </a:endParaRPr>
          </a:p>
        </p:txBody>
      </p:sp>
      <p:sp>
        <p:nvSpPr>
          <p:cNvPr id="139" name="Título 8">
            <a:extLst>
              <a:ext uri="{FF2B5EF4-FFF2-40B4-BE49-F238E27FC236}">
                <a16:creationId xmlns:a16="http://schemas.microsoft.com/office/drawing/2014/main" id="{A32EA241-5E6E-9F8A-5D87-38081E42DA4E}"/>
              </a:ext>
            </a:extLst>
          </p:cNvPr>
          <p:cNvSpPr txBox="1"/>
          <p:nvPr/>
        </p:nvSpPr>
        <p:spPr>
          <a:xfrm>
            <a:off x="534563" y="861910"/>
            <a:ext cx="10159104" cy="536362"/>
          </a:xfrm>
          <a:prstGeom prst="rect">
            <a:avLst/>
          </a:prstGeom>
        </p:spPr>
        <p:txBody>
          <a:bodyPr vert="horz" wrap="none" lIns="0" tIns="0" rIns="0" bIns="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ts val="2800"/>
              </a:lnSpc>
            </a:pPr>
            <a:r>
              <a:rPr lang="es-ES" sz="2200" b="1" i="0" strike="noStrike" cap="all" spc="0" baseline="0" noProof="0" dirty="0">
                <a:solidFill>
                  <a:srgbClr val="005198"/>
                </a:solidFill>
                <a:effectLst/>
                <a:latin typeface="Arial" panose="020B0604020202020204" pitchFamily="34" charset="0"/>
                <a:ea typeface="Arial"/>
                <a:cs typeface="Arial" panose="020B0604020202020204" pitchFamily="34" charset="0"/>
              </a:rPr>
              <a:t>Objetivos kick-off</a:t>
            </a:r>
          </a:p>
          <a:p>
            <a:pPr>
              <a:lnSpc>
                <a:spcPts val="3400"/>
              </a:lnSpc>
            </a:pPr>
            <a:endParaRPr lang="es-ES" sz="2200" b="1" i="0" strike="noStrike" cap="all" spc="0" baseline="0" noProof="0" dirty="0">
              <a:solidFill>
                <a:srgbClr val="005198"/>
              </a:solidFill>
              <a:effectLst/>
              <a:latin typeface="Arial" panose="020B0604020202020204" pitchFamily="34" charset="0"/>
              <a:ea typeface="Arial"/>
              <a:cs typeface="Arial" panose="020B0604020202020204" pitchFamily="34" charset="0"/>
            </a:endParaRPr>
          </a:p>
        </p:txBody>
      </p:sp>
      <p:cxnSp>
        <p:nvCxnSpPr>
          <p:cNvPr id="140" name="Conector recto 139">
            <a:extLst>
              <a:ext uri="{FF2B5EF4-FFF2-40B4-BE49-F238E27FC236}">
                <a16:creationId xmlns:a16="http://schemas.microsoft.com/office/drawing/2014/main" id="{ABFADFF7-D7C9-0756-4361-47FB190267C3}"/>
              </a:ext>
            </a:extLst>
          </p:cNvPr>
          <p:cNvCxnSpPr/>
          <p:nvPr/>
        </p:nvCxnSpPr>
        <p:spPr>
          <a:xfrm>
            <a:off x="546867" y="831096"/>
            <a:ext cx="354273" cy="0"/>
          </a:xfrm>
          <a:prstGeom prst="line">
            <a:avLst/>
          </a:prstGeom>
          <a:ln w="31750">
            <a:solidFill>
              <a:srgbClr val="FA6900"/>
            </a:solidFill>
          </a:ln>
        </p:spPr>
        <p:style>
          <a:lnRef idx="1">
            <a:schemeClr val="accent1"/>
          </a:lnRef>
          <a:fillRef idx="0">
            <a:schemeClr val="accent1"/>
          </a:fillRef>
          <a:effectRef idx="0">
            <a:schemeClr val="accent1"/>
          </a:effectRef>
          <a:fontRef idx="minor">
            <a:schemeClr val="tx1"/>
          </a:fontRef>
        </p:style>
      </p:cxnSp>
      <p:sp>
        <p:nvSpPr>
          <p:cNvPr id="141" name="Marcador de número de diapositiva 3">
            <a:extLst>
              <a:ext uri="{FF2B5EF4-FFF2-40B4-BE49-F238E27FC236}">
                <a16:creationId xmlns:a16="http://schemas.microsoft.com/office/drawing/2014/main" id="{10EC2D02-8D7A-060B-5D8F-A7CFC45F8911}"/>
              </a:ext>
            </a:extLst>
          </p:cNvPr>
          <p:cNvSpPr>
            <a:spLocks noGrp="1"/>
          </p:cNvSpPr>
          <p:nvPr>
            <p:ph type="sldNum" sz="quarter" idx="4"/>
          </p:nvPr>
        </p:nvSpPr>
        <p:spPr>
          <a:xfrm>
            <a:off x="191344" y="6477216"/>
            <a:ext cx="505019" cy="180000"/>
          </a:xfrm>
          <a:prstGeom prst="rect">
            <a:avLst/>
          </a:prstGeom>
        </p:spPr>
        <p:txBody>
          <a:bodyPr vert="horz" lIns="0" tIns="0" rIns="0" bIns="0" rtlCol="0" anchor="ctr"/>
          <a:lstStyle>
            <a:defPPr>
              <a:defRPr lang="en-US"/>
            </a:defPPr>
            <a:lvl1pPr marL="0" algn="r" defTabSz="457200" rtl="0" eaLnBrk="1" latinLnBrk="0" hangingPunct="1">
              <a:defRPr sz="1050" b="1" kern="1200">
                <a:solidFill>
                  <a:srgbClr val="005198"/>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569C854-9955-467A-873C-E541C97C6FA2}" type="slidenum">
              <a:rPr lang="es-ES" noProof="0" smtClean="0">
                <a:latin typeface="Arial" panose="020B0604020202020204" pitchFamily="34" charset="0"/>
                <a:cs typeface="Arial" panose="020B0604020202020204" pitchFamily="34" charset="0"/>
              </a:rPr>
              <a:t>12</a:t>
            </a:fld>
            <a:endParaRPr lang="es-ES" noProof="0" dirty="0">
              <a:latin typeface="Arial" panose="020B0604020202020204" pitchFamily="34" charset="0"/>
              <a:cs typeface="Arial" panose="020B0604020202020204" pitchFamily="34" charset="0"/>
            </a:endParaRPr>
          </a:p>
        </p:txBody>
      </p:sp>
      <p:sp>
        <p:nvSpPr>
          <p:cNvPr id="2" name="Marcador de pie de página 2">
            <a:extLst>
              <a:ext uri="{FF2B5EF4-FFF2-40B4-BE49-F238E27FC236}">
                <a16:creationId xmlns:a16="http://schemas.microsoft.com/office/drawing/2014/main" id="{48AA4F43-C571-B0D2-B3BC-C74A0E4A8DBC}"/>
              </a:ext>
            </a:extLst>
          </p:cNvPr>
          <p:cNvSpPr>
            <a:spLocks noGrp="1"/>
          </p:cNvSpPr>
          <p:nvPr>
            <p:ph type="ftr" sz="quarter" idx="3"/>
          </p:nvPr>
        </p:nvSpPr>
        <p:spPr>
          <a:xfrm>
            <a:off x="766800" y="6408000"/>
            <a:ext cx="7153350" cy="322448"/>
          </a:xfrm>
        </p:spPr>
        <p:txBody>
          <a:bodyPr/>
          <a:lstStyle/>
          <a:p>
            <a:r>
              <a:rPr lang="es-ES" sz="1050" b="0" i="0" strike="noStrike" cap="none" spc="0" baseline="0" noProof="0" dirty="0">
                <a:solidFill>
                  <a:srgbClr val="005198"/>
                </a:solidFill>
                <a:effectLst/>
                <a:ea typeface="Arial"/>
              </a:rPr>
              <a:t>INNOVATION IN WAREHOUSING AND SUPPLY CHAIN</a:t>
            </a:r>
            <a:endParaRPr lang="es-ES" noProof="0" dirty="0"/>
          </a:p>
        </p:txBody>
      </p:sp>
      <p:graphicFrame>
        <p:nvGraphicFramePr>
          <p:cNvPr id="10" name="Tabla 9">
            <a:extLst>
              <a:ext uri="{FF2B5EF4-FFF2-40B4-BE49-F238E27FC236}">
                <a16:creationId xmlns:a16="http://schemas.microsoft.com/office/drawing/2014/main" id="{14A31531-CD3B-A728-15A3-3BE6DDF1EF57}"/>
              </a:ext>
            </a:extLst>
          </p:cNvPr>
          <p:cNvGraphicFramePr>
            <a:graphicFrameLocks noGrp="1"/>
          </p:cNvGraphicFramePr>
          <p:nvPr>
            <p:extLst>
              <p:ext uri="{D42A27DB-BD31-4B8C-83A1-F6EECF244321}">
                <p14:modId xmlns:p14="http://schemas.microsoft.com/office/powerpoint/2010/main" val="2710153864"/>
              </p:ext>
            </p:extLst>
          </p:nvPr>
        </p:nvGraphicFramePr>
        <p:xfrm>
          <a:off x="431157" y="1275932"/>
          <a:ext cx="11329685" cy="4911508"/>
        </p:xfrm>
        <a:graphic>
          <a:graphicData uri="http://schemas.openxmlformats.org/drawingml/2006/table">
            <a:tbl>
              <a:tblPr firstRow="1" bandRow="1">
                <a:tableStyleId>{5940675A-B579-460E-94D1-54222C63F5DA}</a:tableStyleId>
              </a:tblPr>
              <a:tblGrid>
                <a:gridCol w="1521438">
                  <a:extLst>
                    <a:ext uri="{9D8B030D-6E8A-4147-A177-3AD203B41FA5}">
                      <a16:colId xmlns:a16="http://schemas.microsoft.com/office/drawing/2014/main" val="1595966463"/>
                    </a:ext>
                  </a:extLst>
                </a:gridCol>
                <a:gridCol w="3060017">
                  <a:extLst>
                    <a:ext uri="{9D8B030D-6E8A-4147-A177-3AD203B41FA5}">
                      <a16:colId xmlns:a16="http://schemas.microsoft.com/office/drawing/2014/main" val="2215102282"/>
                    </a:ext>
                  </a:extLst>
                </a:gridCol>
                <a:gridCol w="3374115">
                  <a:extLst>
                    <a:ext uri="{9D8B030D-6E8A-4147-A177-3AD203B41FA5}">
                      <a16:colId xmlns:a16="http://schemas.microsoft.com/office/drawing/2014/main" val="204954377"/>
                    </a:ext>
                  </a:extLst>
                </a:gridCol>
                <a:gridCol w="3374115">
                  <a:extLst>
                    <a:ext uri="{9D8B030D-6E8A-4147-A177-3AD203B41FA5}">
                      <a16:colId xmlns:a16="http://schemas.microsoft.com/office/drawing/2014/main" val="2226036248"/>
                    </a:ext>
                  </a:extLst>
                </a:gridCol>
              </a:tblGrid>
              <a:tr h="539657">
                <a:tc>
                  <a:txBody>
                    <a:bodyPr/>
                    <a:lstStyle/>
                    <a:p>
                      <a:endParaRPr lang="es-ES" noProof="0" dirty="0"/>
                    </a:p>
                  </a:txBody>
                  <a:tcPr>
                    <a:lnL w="12700" cap="flat" cmpd="sng" algn="ctr">
                      <a:noFill/>
                      <a:prstDash val="solid"/>
                      <a:round/>
                      <a:headEnd type="none" w="med" len="med"/>
                      <a:tailEnd type="none" w="med" len="med"/>
                    </a:lnL>
                    <a:lnT w="12700" cmpd="sng">
                      <a:noFill/>
                    </a:lnT>
                  </a:tcPr>
                </a:tc>
                <a:tc>
                  <a:txBody>
                    <a:bodyPr/>
                    <a:lstStyle/>
                    <a:p>
                      <a:pPr algn="ctr"/>
                      <a:r>
                        <a:rPr lang="es-ES" sz="1800" b="1" kern="1200" noProof="0" dirty="0">
                          <a:solidFill>
                            <a:schemeClr val="tx1"/>
                          </a:solidFill>
                          <a:latin typeface="Segoe UI" panose="020B0502040204020203" pitchFamily="34" charset="0"/>
                          <a:ea typeface="+mn-ea"/>
                          <a:cs typeface="Segoe UI" panose="020B0502040204020203" pitchFamily="34" charset="0"/>
                        </a:rPr>
                        <a:t>SEPTIEMBRE</a:t>
                      </a:r>
                    </a:p>
                  </a:txBody>
                  <a:tcPr anchor="ctr">
                    <a:lnT w="12700" cmpd="sng">
                      <a:noFill/>
                    </a:lnT>
                  </a:tcPr>
                </a:tc>
                <a:tc>
                  <a:txBody>
                    <a:bodyPr/>
                    <a:lstStyle/>
                    <a:p>
                      <a:pPr algn="ctr"/>
                      <a:r>
                        <a:rPr lang="es-ES" sz="1800" b="1" kern="1200" noProof="0" dirty="0">
                          <a:solidFill>
                            <a:schemeClr val="tx1"/>
                          </a:solidFill>
                          <a:latin typeface="Segoe UI" panose="020B0502040204020203" pitchFamily="34" charset="0"/>
                          <a:ea typeface="+mn-ea"/>
                          <a:cs typeface="Segoe UI" panose="020B0502040204020203" pitchFamily="34" charset="0"/>
                        </a:rPr>
                        <a:t>OCTUBRE</a:t>
                      </a:r>
                    </a:p>
                  </a:txBody>
                  <a:tcPr anchor="ctr">
                    <a:lnT w="12700" cmpd="sng">
                      <a:noFill/>
                    </a:lnT>
                  </a:tcPr>
                </a:tc>
                <a:tc>
                  <a:txBody>
                    <a:bodyPr/>
                    <a:lstStyle/>
                    <a:p>
                      <a:pPr algn="ctr"/>
                      <a:r>
                        <a:rPr lang="es-ES" sz="1800" b="1" kern="1200" noProof="0" dirty="0">
                          <a:solidFill>
                            <a:schemeClr val="tx1"/>
                          </a:solidFill>
                          <a:latin typeface="Segoe UI" panose="020B0502040204020203" pitchFamily="34" charset="0"/>
                          <a:ea typeface="+mn-ea"/>
                          <a:cs typeface="Segoe UI" panose="020B0502040204020203" pitchFamily="34" charset="0"/>
                        </a:rPr>
                        <a:t>NOVIEMBRE</a:t>
                      </a:r>
                    </a:p>
                  </a:txBody>
                  <a:tcPr anchor="ctr">
                    <a:lnT w="12700" cmpd="sng">
                      <a:noFill/>
                    </a:lnT>
                  </a:tcPr>
                </a:tc>
                <a:extLst>
                  <a:ext uri="{0D108BD9-81ED-4DB2-BD59-A6C34878D82A}">
                    <a16:rowId xmlns:a16="http://schemas.microsoft.com/office/drawing/2014/main" val="3582796379"/>
                  </a:ext>
                </a:extLst>
              </a:tr>
              <a:tr h="448434">
                <a:tc>
                  <a:txBody>
                    <a:bodyPr/>
                    <a:lstStyle/>
                    <a:p>
                      <a:pPr algn="r"/>
                      <a:r>
                        <a:rPr lang="es-ES" b="1" noProof="0" dirty="0"/>
                        <a:t>&lt;100 h</a:t>
                      </a:r>
                    </a:p>
                  </a:txBody>
                  <a:tcPr anchor="ctr">
                    <a:lnL w="12700" cmpd="sng">
                      <a:noFill/>
                    </a:ln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600" b="1" kern="1200" noProof="0" dirty="0">
                          <a:solidFill>
                            <a:schemeClr val="tx1"/>
                          </a:solidFill>
                          <a:latin typeface="Segoe UI" panose="020B0502040204020203" pitchFamily="34" charset="0"/>
                          <a:ea typeface="+mn-ea"/>
                          <a:cs typeface="Segoe UI" panose="020B0502040204020203" pitchFamily="34" charset="0"/>
                        </a:rPr>
                        <a:t>30</a:t>
                      </a:r>
                      <a:r>
                        <a:rPr lang="es-ES" sz="1600" b="1" kern="1200" noProof="0" dirty="0">
                          <a:solidFill>
                            <a:schemeClr val="bg2">
                              <a:lumMod val="75000"/>
                            </a:schemeClr>
                          </a:solidFill>
                          <a:latin typeface="Segoe UI" panose="020B0502040204020203" pitchFamily="34" charset="0"/>
                          <a:ea typeface="+mn-ea"/>
                          <a:cs typeface="Segoe UI" panose="020B0502040204020203" pitchFamily="34" charset="0"/>
                        </a:rPr>
                        <a:t> </a:t>
                      </a:r>
                      <a:r>
                        <a:rPr lang="es-ES" sz="1600" b="1" noProof="0" dirty="0">
                          <a:solidFill>
                            <a:schemeClr val="tx1"/>
                          </a:solidFill>
                          <a:latin typeface="Segoe UI" panose="020B0502040204020203" pitchFamily="34" charset="0"/>
                          <a:cs typeface="Segoe UI" panose="020B0502040204020203" pitchFamily="34" charset="0"/>
                        </a:rPr>
                        <a:t>(</a:t>
                      </a:r>
                      <a:r>
                        <a:rPr lang="es-ES" sz="1600" b="1" noProof="0" dirty="0">
                          <a:solidFill>
                            <a:srgbClr val="005892"/>
                          </a:solidFill>
                          <a:latin typeface="Segoe UI" panose="020B0502040204020203" pitchFamily="34" charset="0"/>
                          <a:cs typeface="Segoe UI" panose="020B0502040204020203" pitchFamily="34" charset="0"/>
                        </a:rPr>
                        <a:t>conseguidos 28</a:t>
                      </a:r>
                      <a:r>
                        <a:rPr lang="es-ES" sz="1600" b="1" noProof="0" dirty="0">
                          <a:solidFill>
                            <a:schemeClr val="tx1"/>
                          </a:solidFill>
                          <a:latin typeface="Segoe UI" panose="020B0502040204020203" pitchFamily="34" charset="0"/>
                          <a:cs typeface="Segoe UI" panose="020B0502040204020203" pitchFamily="34" charset="0"/>
                        </a:rPr>
                        <a:t>)</a:t>
                      </a:r>
                      <a:r>
                        <a:rPr lang="es-ES" sz="1600" b="1" kern="1200" noProof="0" dirty="0">
                          <a:solidFill>
                            <a:schemeClr val="tx1"/>
                          </a:solidFill>
                          <a:latin typeface="Segoe UI" panose="020B0502040204020203" pitchFamily="34" charset="0"/>
                          <a:ea typeface="+mn-ea"/>
                          <a:cs typeface="Segoe UI" panose="020B0502040204020203" pitchFamily="34" charset="0"/>
                        </a:rPr>
                        <a:t> </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600" b="1" kern="1200" noProof="0" dirty="0">
                          <a:solidFill>
                            <a:schemeClr val="tx1"/>
                          </a:solidFill>
                          <a:latin typeface="Segoe UI" panose="020B0502040204020203" pitchFamily="34" charset="0"/>
                          <a:ea typeface="+mn-ea"/>
                          <a:cs typeface="Segoe UI" panose="020B0502040204020203" pitchFamily="34" charset="0"/>
                        </a:rPr>
                        <a:t>15</a:t>
                      </a:r>
                      <a:r>
                        <a:rPr lang="es-ES" sz="1600" b="1" noProof="0" dirty="0">
                          <a:solidFill>
                            <a:schemeClr val="tx1"/>
                          </a:solidFill>
                          <a:latin typeface="Segoe UI" panose="020B0502040204020203" pitchFamily="34" charset="0"/>
                          <a:cs typeface="Segoe UI" panose="020B0502040204020203" pitchFamily="34" charset="0"/>
                        </a:rPr>
                        <a:t>(</a:t>
                      </a:r>
                      <a:r>
                        <a:rPr lang="es-ES" sz="1600" b="1" noProof="0" dirty="0">
                          <a:solidFill>
                            <a:srgbClr val="005892"/>
                          </a:solidFill>
                          <a:latin typeface="Segoe UI" panose="020B0502040204020203" pitchFamily="34" charset="0"/>
                          <a:cs typeface="Segoe UI" panose="020B0502040204020203" pitchFamily="34" charset="0"/>
                        </a:rPr>
                        <a:t>conseguidos 4</a:t>
                      </a:r>
                      <a:r>
                        <a:rPr lang="es-ES" sz="1600" b="1" noProof="0" dirty="0">
                          <a:solidFill>
                            <a:schemeClr val="tx1"/>
                          </a:solidFill>
                          <a:latin typeface="Segoe UI" panose="020B0502040204020203" pitchFamily="34" charset="0"/>
                          <a:cs typeface="Segoe UI" panose="020B0502040204020203" pitchFamily="34" charset="0"/>
                        </a:rPr>
                        <a:t>)</a:t>
                      </a:r>
                      <a:r>
                        <a:rPr lang="es-ES" sz="1600" b="1" kern="1200" noProof="0" dirty="0">
                          <a:solidFill>
                            <a:schemeClr val="tx1"/>
                          </a:solidFill>
                          <a:latin typeface="Segoe UI" panose="020B0502040204020203" pitchFamily="34" charset="0"/>
                          <a:ea typeface="+mn-ea"/>
                          <a:cs typeface="Segoe UI" panose="020B0502040204020203" pitchFamily="34" charset="0"/>
                        </a:rPr>
                        <a:t> </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600" b="1" noProof="0" dirty="0">
                          <a:solidFill>
                            <a:schemeClr val="bg2">
                              <a:lumMod val="75000"/>
                            </a:schemeClr>
                          </a:solidFill>
                          <a:latin typeface="Segoe UI" panose="020B0502040204020203" pitchFamily="34" charset="0"/>
                          <a:cs typeface="Segoe UI" panose="020B0502040204020203" pitchFamily="34" charset="0"/>
                        </a:rPr>
                        <a:t>Ninguno</a:t>
                      </a:r>
                      <a:r>
                        <a:rPr lang="es-ES" sz="1600" b="1" kern="1200" noProof="0" dirty="0">
                          <a:solidFill>
                            <a:schemeClr val="bg2">
                              <a:lumMod val="75000"/>
                            </a:schemeClr>
                          </a:solidFill>
                          <a:latin typeface="Segoe UI" panose="020B0502040204020203" pitchFamily="34" charset="0"/>
                          <a:ea typeface="+mn-ea"/>
                          <a:cs typeface="Segoe UI" panose="020B0502040204020203" pitchFamily="34" charset="0"/>
                        </a:rPr>
                        <a:t> </a:t>
                      </a:r>
                      <a:endParaRPr lang="es-ES" sz="1600" b="1" kern="1200" noProof="0" dirty="0">
                        <a:solidFill>
                          <a:schemeClr val="tx1"/>
                        </a:solidFill>
                        <a:latin typeface="Segoe UI" panose="020B0502040204020203" pitchFamily="34" charset="0"/>
                        <a:ea typeface="+mn-ea"/>
                        <a:cs typeface="Segoe UI" panose="020B0502040204020203" pitchFamily="34" charset="0"/>
                      </a:endParaRPr>
                    </a:p>
                  </a:txBody>
                  <a:tcPr anchor="ctr"/>
                </a:tc>
                <a:extLst>
                  <a:ext uri="{0D108BD9-81ED-4DB2-BD59-A6C34878D82A}">
                    <a16:rowId xmlns:a16="http://schemas.microsoft.com/office/drawing/2014/main" val="124833620"/>
                  </a:ext>
                </a:extLst>
              </a:tr>
              <a:tr h="2339945">
                <a:tc>
                  <a:txBody>
                    <a:bodyPr/>
                    <a:lstStyle/>
                    <a:p>
                      <a:pPr algn="r"/>
                      <a:r>
                        <a:rPr lang="es-ES" b="1" noProof="0" dirty="0"/>
                        <a:t>Entre 100 y 400 h</a:t>
                      </a:r>
                    </a:p>
                  </a:txBody>
                  <a:tcPr anchor="ctr">
                    <a:lnL w="12700" cmpd="sng">
                      <a:noFill/>
                    </a:lnL>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400" b="1" kern="1200" noProof="0" dirty="0">
                          <a:solidFill>
                            <a:srgbClr val="FF0000"/>
                          </a:solidFill>
                          <a:latin typeface="Segoe UI" panose="020B0502040204020203" pitchFamily="34" charset="0"/>
                          <a:ea typeface="+mn-ea"/>
                          <a:cs typeface="Segoe UI" panose="020B0502040204020203" pitchFamily="34" charset="0"/>
                        </a:rPr>
                        <a:t>BASF CATALISADORES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400" b="1" kern="1200" noProof="0" dirty="0">
                          <a:solidFill>
                            <a:srgbClr val="005892"/>
                          </a:solidFill>
                          <a:latin typeface="Segoe UI" panose="020B0502040204020203" pitchFamily="34" charset="0"/>
                          <a:ea typeface="+mn-ea"/>
                          <a:cs typeface="Segoe UI" panose="020B0502040204020203" pitchFamily="34" charset="0"/>
                        </a:rPr>
                        <a:t>BIEFFE MEDITAL, S.A.</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it-IT" sz="1400" b="1" kern="1200" noProof="0" dirty="0">
                          <a:solidFill>
                            <a:srgbClr val="005892"/>
                          </a:solidFill>
                          <a:latin typeface="Segoe UI" panose="020B0502040204020203" pitchFamily="34" charset="0"/>
                          <a:ea typeface="+mn-ea"/>
                          <a:cs typeface="Segoe UI" panose="020B0502040204020203" pitchFamily="34" charset="0"/>
                        </a:rPr>
                        <a:t>CRODA IBERICA, S.A.U.</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400" b="1" kern="1200" noProof="0" dirty="0">
                          <a:solidFill>
                            <a:srgbClr val="005892"/>
                          </a:solidFill>
                          <a:latin typeface="Segoe UI" panose="020B0502040204020203" pitchFamily="34" charset="0"/>
                          <a:ea typeface="+mn-ea"/>
                          <a:cs typeface="Segoe UI" panose="020B0502040204020203" pitchFamily="34" charset="0"/>
                        </a:rPr>
                        <a:t>LEK S.A.</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400" b="1" kern="1200" noProof="0" dirty="0">
                          <a:solidFill>
                            <a:srgbClr val="005892"/>
                          </a:solidFill>
                          <a:latin typeface="Segoe UI" panose="020B0502040204020203" pitchFamily="34" charset="0"/>
                          <a:ea typeface="+mn-ea"/>
                          <a:cs typeface="Segoe UI" panose="020B0502040204020203" pitchFamily="34" charset="0"/>
                        </a:rPr>
                        <a:t>MAQUITEN, S.A.</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s-ES" sz="1400" b="1" noProof="0" dirty="0">
                        <a:solidFill>
                          <a:schemeClr val="tx1"/>
                        </a:solidFill>
                        <a:latin typeface="Segoe UI" panose="020B0502040204020203" pitchFamily="34" charset="0"/>
                        <a:cs typeface="Segoe UI" panose="020B0502040204020203"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s-ES" sz="1400" b="1" noProof="0" dirty="0">
                          <a:solidFill>
                            <a:schemeClr val="bg2">
                              <a:lumMod val="75000"/>
                            </a:schemeClr>
                          </a:solidFill>
                          <a:latin typeface="Segoe UI" panose="020B0502040204020203" pitchFamily="34" charset="0"/>
                          <a:cs typeface="Segoe UI" panose="020B0502040204020203" pitchFamily="34" charset="0"/>
                        </a:rPr>
                        <a:t>Ninguno</a:t>
                      </a:r>
                      <a:endParaRPr lang="es-ES" sz="1400" b="1" noProof="0" dirty="0">
                        <a:solidFill>
                          <a:schemeClr val="tx1"/>
                        </a:solidFill>
                        <a:latin typeface="Segoe UI" panose="020B0502040204020203" pitchFamily="34" charset="0"/>
                        <a:cs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s-ES" sz="1400" b="1" kern="1200" noProof="0" dirty="0">
                        <a:solidFill>
                          <a:schemeClr val="tx1"/>
                        </a:solidFill>
                        <a:latin typeface="Segoe UI" panose="020B0502040204020203" pitchFamily="34" charset="0"/>
                        <a:ea typeface="+mn-ea"/>
                        <a:cs typeface="Segoe UI" panose="020B0502040204020203" pitchFamily="34" charset="0"/>
                      </a:endParaRPr>
                    </a:p>
                  </a:txBody>
                  <a:tcPr anchor="ctr"/>
                </a:tc>
                <a:extLst>
                  <a:ext uri="{0D108BD9-81ED-4DB2-BD59-A6C34878D82A}">
                    <a16:rowId xmlns:a16="http://schemas.microsoft.com/office/drawing/2014/main" val="3422805519"/>
                  </a:ext>
                </a:extLst>
              </a:tr>
              <a:tr h="1583472">
                <a:tc>
                  <a:txBody>
                    <a:bodyPr/>
                    <a:lstStyle/>
                    <a:p>
                      <a:pPr algn="r"/>
                      <a:r>
                        <a:rPr lang="es-ES" b="1" noProof="0" dirty="0"/>
                        <a:t>&gt;400 h</a:t>
                      </a:r>
                    </a:p>
                  </a:txBody>
                  <a:tcPr anchor="ctr">
                    <a:lnL w="12700" cmpd="sng">
                      <a:noFill/>
                    </a:lnL>
                    <a:lnB w="12700" cmpd="sng">
                      <a:noFill/>
                    </a:lnB>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s-ES" sz="1400" b="1" noProof="0" dirty="0">
                          <a:solidFill>
                            <a:schemeClr val="bg2">
                              <a:lumMod val="75000"/>
                            </a:schemeClr>
                          </a:solidFill>
                          <a:latin typeface="Segoe UI" panose="020B0502040204020203" pitchFamily="34" charset="0"/>
                          <a:cs typeface="Segoe UI" panose="020B0502040204020203" pitchFamily="34" charset="0"/>
                        </a:rPr>
                        <a:t>Ninguno</a:t>
                      </a:r>
                      <a:endParaRPr lang="es-ES" sz="1400" b="1" noProof="0" dirty="0">
                        <a:solidFill>
                          <a:schemeClr val="tx1"/>
                        </a:solidFill>
                        <a:latin typeface="Segoe UI" panose="020B0502040204020203" pitchFamily="34" charset="0"/>
                        <a:cs typeface="Segoe UI" panose="020B0502040204020203" pitchFamily="34" charset="0"/>
                      </a:endParaRPr>
                    </a:p>
                  </a:txBody>
                  <a:tcPr anchor="ctr">
                    <a:lnB w="12700" cmpd="sng">
                      <a:noFill/>
                    </a:lnB>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s-ES" sz="1400" b="1" noProof="0" dirty="0">
                          <a:solidFill>
                            <a:schemeClr val="bg2">
                              <a:lumMod val="75000"/>
                            </a:schemeClr>
                          </a:solidFill>
                          <a:latin typeface="Segoe UI" panose="020B0502040204020203" pitchFamily="34" charset="0"/>
                          <a:cs typeface="Segoe UI" panose="020B0502040204020203" pitchFamily="34" charset="0"/>
                        </a:rPr>
                        <a:t>Ninguno</a:t>
                      </a:r>
                      <a:endParaRPr lang="es-ES" sz="1400" b="1" noProof="0" dirty="0">
                        <a:solidFill>
                          <a:schemeClr val="tx1"/>
                        </a:solidFill>
                        <a:latin typeface="Segoe UI" panose="020B0502040204020203" pitchFamily="34" charset="0"/>
                        <a:cs typeface="Segoe UI" panose="020B0502040204020203" pitchFamily="34" charset="0"/>
                      </a:endParaRPr>
                    </a:p>
                  </a:txBody>
                  <a:tcPr anchor="ctr">
                    <a:lnB w="12700" cmpd="sng">
                      <a:noFill/>
                    </a:lnB>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s-ES" sz="1400" b="1" noProof="0" dirty="0">
                          <a:solidFill>
                            <a:schemeClr val="bg2">
                              <a:lumMod val="75000"/>
                            </a:schemeClr>
                          </a:solidFill>
                          <a:latin typeface="Segoe UI" panose="020B0502040204020203" pitchFamily="34" charset="0"/>
                          <a:cs typeface="Segoe UI" panose="020B0502040204020203" pitchFamily="34" charset="0"/>
                        </a:rPr>
                        <a:t>Ninguno</a:t>
                      </a:r>
                      <a:endParaRPr lang="es-ES" sz="1400" b="1" noProof="0" dirty="0">
                        <a:solidFill>
                          <a:schemeClr val="tx1"/>
                        </a:solidFill>
                        <a:latin typeface="Segoe UI" panose="020B0502040204020203" pitchFamily="34" charset="0"/>
                        <a:cs typeface="Segoe UI" panose="020B0502040204020203" pitchFamily="34" charset="0"/>
                      </a:endParaRPr>
                    </a:p>
                  </a:txBody>
                  <a:tcPr anchor="ctr">
                    <a:lnB w="12700" cmpd="sng">
                      <a:noFill/>
                    </a:lnB>
                  </a:tcPr>
                </a:tc>
                <a:extLst>
                  <a:ext uri="{0D108BD9-81ED-4DB2-BD59-A6C34878D82A}">
                    <a16:rowId xmlns:a16="http://schemas.microsoft.com/office/drawing/2014/main" val="2806285340"/>
                  </a:ext>
                </a:extLst>
              </a:tr>
            </a:tbl>
          </a:graphicData>
        </a:graphic>
      </p:graphicFrame>
    </p:spTree>
    <p:extLst>
      <p:ext uri="{BB962C8B-B14F-4D97-AF65-F5344CB8AC3E}">
        <p14:creationId xmlns:p14="http://schemas.microsoft.com/office/powerpoint/2010/main" val="3284269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CuadroTexto 137">
            <a:extLst>
              <a:ext uri="{FF2B5EF4-FFF2-40B4-BE49-F238E27FC236}">
                <a16:creationId xmlns:a16="http://schemas.microsoft.com/office/drawing/2014/main" id="{719ACDDE-B06C-055E-5AA7-3FE66521F5A2}"/>
              </a:ext>
            </a:extLst>
          </p:cNvPr>
          <p:cNvSpPr txBox="1"/>
          <p:nvPr/>
        </p:nvSpPr>
        <p:spPr>
          <a:xfrm>
            <a:off x="534563" y="271729"/>
            <a:ext cx="6178550" cy="276999"/>
          </a:xfrm>
          <a:prstGeom prst="rect">
            <a:avLst/>
          </a:prstGeom>
          <a:noFill/>
        </p:spPr>
        <p:txBody>
          <a:bodyPr wrap="square" lIns="0" rIns="0">
            <a:spAutoFit/>
          </a:bodyPr>
          <a:lstStyle/>
          <a:p>
            <a:r>
              <a:rPr lang="es-ES" sz="1200" noProof="0" dirty="0">
                <a:solidFill>
                  <a:schemeClr val="bg1">
                    <a:lumMod val="50000"/>
                  </a:schemeClr>
                </a:solidFill>
                <a:latin typeface="Arial" panose="020B0604020202020204" pitchFamily="34" charset="0"/>
                <a:ea typeface="Arial"/>
                <a:cs typeface="Arial" panose="020B0604020202020204" pitchFamily="34" charset="0"/>
              </a:rPr>
              <a:t>AMPLIACIONES</a:t>
            </a:r>
            <a:endParaRPr lang="es-ES" sz="1200" b="0" i="0" strike="noStrike" cap="none" spc="0" baseline="0" noProof="0" dirty="0">
              <a:solidFill>
                <a:schemeClr val="bg1">
                  <a:lumMod val="50000"/>
                </a:schemeClr>
              </a:solidFill>
              <a:effectLst/>
              <a:latin typeface="Arial" panose="020B0604020202020204" pitchFamily="34" charset="0"/>
              <a:ea typeface="Arial"/>
              <a:cs typeface="Arial" panose="020B0604020202020204" pitchFamily="34" charset="0"/>
            </a:endParaRPr>
          </a:p>
        </p:txBody>
      </p:sp>
      <p:sp>
        <p:nvSpPr>
          <p:cNvPr id="139" name="Título 8">
            <a:extLst>
              <a:ext uri="{FF2B5EF4-FFF2-40B4-BE49-F238E27FC236}">
                <a16:creationId xmlns:a16="http://schemas.microsoft.com/office/drawing/2014/main" id="{A32EA241-5E6E-9F8A-5D87-38081E42DA4E}"/>
              </a:ext>
            </a:extLst>
          </p:cNvPr>
          <p:cNvSpPr txBox="1"/>
          <p:nvPr/>
        </p:nvSpPr>
        <p:spPr>
          <a:xfrm>
            <a:off x="534563" y="861910"/>
            <a:ext cx="10159104" cy="536362"/>
          </a:xfrm>
          <a:prstGeom prst="rect">
            <a:avLst/>
          </a:prstGeom>
        </p:spPr>
        <p:txBody>
          <a:bodyPr vert="horz" wrap="none" lIns="0" tIns="0" rIns="0" bIns="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ts val="2800"/>
              </a:lnSpc>
            </a:pPr>
            <a:r>
              <a:rPr lang="es-ES" sz="2200" b="1" i="0" strike="noStrike" cap="all" spc="0" baseline="0" noProof="0" dirty="0">
                <a:solidFill>
                  <a:srgbClr val="005198"/>
                </a:solidFill>
                <a:effectLst/>
                <a:latin typeface="Arial" panose="020B0604020202020204" pitchFamily="34" charset="0"/>
                <a:ea typeface="Arial"/>
                <a:cs typeface="Arial" panose="020B0604020202020204" pitchFamily="34" charset="0"/>
              </a:rPr>
              <a:t>Objetivos DISEÑO</a:t>
            </a:r>
          </a:p>
          <a:p>
            <a:pPr>
              <a:lnSpc>
                <a:spcPts val="3400"/>
              </a:lnSpc>
            </a:pPr>
            <a:endParaRPr lang="es-ES" sz="2200" b="1" i="0" strike="noStrike" cap="all" spc="0" baseline="0" noProof="0" dirty="0">
              <a:solidFill>
                <a:srgbClr val="005198"/>
              </a:solidFill>
              <a:effectLst/>
              <a:latin typeface="Arial" panose="020B0604020202020204" pitchFamily="34" charset="0"/>
              <a:ea typeface="Arial"/>
              <a:cs typeface="Arial" panose="020B0604020202020204" pitchFamily="34" charset="0"/>
            </a:endParaRPr>
          </a:p>
        </p:txBody>
      </p:sp>
      <p:cxnSp>
        <p:nvCxnSpPr>
          <p:cNvPr id="140" name="Conector recto 139">
            <a:extLst>
              <a:ext uri="{FF2B5EF4-FFF2-40B4-BE49-F238E27FC236}">
                <a16:creationId xmlns:a16="http://schemas.microsoft.com/office/drawing/2014/main" id="{ABFADFF7-D7C9-0756-4361-47FB190267C3}"/>
              </a:ext>
            </a:extLst>
          </p:cNvPr>
          <p:cNvCxnSpPr/>
          <p:nvPr/>
        </p:nvCxnSpPr>
        <p:spPr>
          <a:xfrm>
            <a:off x="546867" y="831096"/>
            <a:ext cx="354273" cy="0"/>
          </a:xfrm>
          <a:prstGeom prst="line">
            <a:avLst/>
          </a:prstGeom>
          <a:ln w="31750">
            <a:solidFill>
              <a:srgbClr val="FA6900"/>
            </a:solidFill>
          </a:ln>
        </p:spPr>
        <p:style>
          <a:lnRef idx="1">
            <a:schemeClr val="accent1"/>
          </a:lnRef>
          <a:fillRef idx="0">
            <a:schemeClr val="accent1"/>
          </a:fillRef>
          <a:effectRef idx="0">
            <a:schemeClr val="accent1"/>
          </a:effectRef>
          <a:fontRef idx="minor">
            <a:schemeClr val="tx1"/>
          </a:fontRef>
        </p:style>
      </p:cxnSp>
      <p:sp>
        <p:nvSpPr>
          <p:cNvPr id="141" name="Marcador de número de diapositiva 3">
            <a:extLst>
              <a:ext uri="{FF2B5EF4-FFF2-40B4-BE49-F238E27FC236}">
                <a16:creationId xmlns:a16="http://schemas.microsoft.com/office/drawing/2014/main" id="{10EC2D02-8D7A-060B-5D8F-A7CFC45F8911}"/>
              </a:ext>
            </a:extLst>
          </p:cNvPr>
          <p:cNvSpPr>
            <a:spLocks noGrp="1"/>
          </p:cNvSpPr>
          <p:nvPr>
            <p:ph type="sldNum" sz="quarter" idx="4"/>
          </p:nvPr>
        </p:nvSpPr>
        <p:spPr>
          <a:xfrm>
            <a:off x="191344" y="6477216"/>
            <a:ext cx="505019" cy="180000"/>
          </a:xfrm>
          <a:prstGeom prst="rect">
            <a:avLst/>
          </a:prstGeom>
        </p:spPr>
        <p:txBody>
          <a:bodyPr vert="horz" lIns="0" tIns="0" rIns="0" bIns="0" rtlCol="0" anchor="ctr"/>
          <a:lstStyle>
            <a:defPPr>
              <a:defRPr lang="en-US"/>
            </a:defPPr>
            <a:lvl1pPr marL="0" algn="r" defTabSz="457200" rtl="0" eaLnBrk="1" latinLnBrk="0" hangingPunct="1">
              <a:defRPr sz="1050" b="1" kern="1200">
                <a:solidFill>
                  <a:srgbClr val="005198"/>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569C854-9955-467A-873C-E541C97C6FA2}" type="slidenum">
              <a:rPr lang="es-ES" noProof="0" smtClean="0">
                <a:latin typeface="Arial" panose="020B0604020202020204" pitchFamily="34" charset="0"/>
                <a:cs typeface="Arial" panose="020B0604020202020204" pitchFamily="34" charset="0"/>
              </a:rPr>
              <a:t>13</a:t>
            </a:fld>
            <a:endParaRPr lang="es-ES" noProof="0" dirty="0">
              <a:latin typeface="Arial" panose="020B0604020202020204" pitchFamily="34" charset="0"/>
              <a:cs typeface="Arial" panose="020B0604020202020204" pitchFamily="34" charset="0"/>
            </a:endParaRPr>
          </a:p>
        </p:txBody>
      </p:sp>
      <p:sp>
        <p:nvSpPr>
          <p:cNvPr id="2" name="Marcador de pie de página 2">
            <a:extLst>
              <a:ext uri="{FF2B5EF4-FFF2-40B4-BE49-F238E27FC236}">
                <a16:creationId xmlns:a16="http://schemas.microsoft.com/office/drawing/2014/main" id="{48AA4F43-C571-B0D2-B3BC-C74A0E4A8DBC}"/>
              </a:ext>
            </a:extLst>
          </p:cNvPr>
          <p:cNvSpPr>
            <a:spLocks noGrp="1"/>
          </p:cNvSpPr>
          <p:nvPr>
            <p:ph type="ftr" sz="quarter" idx="3"/>
          </p:nvPr>
        </p:nvSpPr>
        <p:spPr>
          <a:xfrm>
            <a:off x="724003" y="6405992"/>
            <a:ext cx="7153350" cy="322448"/>
          </a:xfrm>
        </p:spPr>
        <p:txBody>
          <a:bodyPr/>
          <a:lstStyle/>
          <a:p>
            <a:r>
              <a:rPr lang="es-ES" sz="1050" b="0" i="0" strike="noStrike" cap="none" spc="0" baseline="0" noProof="0" dirty="0">
                <a:solidFill>
                  <a:srgbClr val="005198"/>
                </a:solidFill>
                <a:effectLst/>
                <a:ea typeface="Arial"/>
              </a:rPr>
              <a:t>INNOVATION IN WAREHOUSING AND SUPPLY CHAIN</a:t>
            </a:r>
            <a:endParaRPr lang="es-ES" noProof="0" dirty="0"/>
          </a:p>
        </p:txBody>
      </p:sp>
      <p:graphicFrame>
        <p:nvGraphicFramePr>
          <p:cNvPr id="10" name="Tabla 9">
            <a:extLst>
              <a:ext uri="{FF2B5EF4-FFF2-40B4-BE49-F238E27FC236}">
                <a16:creationId xmlns:a16="http://schemas.microsoft.com/office/drawing/2014/main" id="{14A31531-CD3B-A728-15A3-3BE6DDF1EF57}"/>
              </a:ext>
            </a:extLst>
          </p:cNvPr>
          <p:cNvGraphicFramePr>
            <a:graphicFrameLocks noGrp="1"/>
          </p:cNvGraphicFramePr>
          <p:nvPr>
            <p:extLst>
              <p:ext uri="{D42A27DB-BD31-4B8C-83A1-F6EECF244321}">
                <p14:modId xmlns:p14="http://schemas.microsoft.com/office/powerpoint/2010/main" val="2579352244"/>
              </p:ext>
            </p:extLst>
          </p:nvPr>
        </p:nvGraphicFramePr>
        <p:xfrm>
          <a:off x="546867" y="1216745"/>
          <a:ext cx="11121114" cy="4411422"/>
        </p:xfrm>
        <a:graphic>
          <a:graphicData uri="http://schemas.openxmlformats.org/drawingml/2006/table">
            <a:tbl>
              <a:tblPr firstRow="1" bandRow="1">
                <a:tableStyleId>{5940675A-B579-460E-94D1-54222C63F5DA}</a:tableStyleId>
              </a:tblPr>
              <a:tblGrid>
                <a:gridCol w="1420445">
                  <a:extLst>
                    <a:ext uri="{9D8B030D-6E8A-4147-A177-3AD203B41FA5}">
                      <a16:colId xmlns:a16="http://schemas.microsoft.com/office/drawing/2014/main" val="1595966463"/>
                    </a:ext>
                  </a:extLst>
                </a:gridCol>
                <a:gridCol w="3195238">
                  <a:extLst>
                    <a:ext uri="{9D8B030D-6E8A-4147-A177-3AD203B41FA5}">
                      <a16:colId xmlns:a16="http://schemas.microsoft.com/office/drawing/2014/main" val="2215102282"/>
                    </a:ext>
                  </a:extLst>
                </a:gridCol>
                <a:gridCol w="3193431">
                  <a:extLst>
                    <a:ext uri="{9D8B030D-6E8A-4147-A177-3AD203B41FA5}">
                      <a16:colId xmlns:a16="http://schemas.microsoft.com/office/drawing/2014/main" val="204954377"/>
                    </a:ext>
                  </a:extLst>
                </a:gridCol>
                <a:gridCol w="3312000">
                  <a:extLst>
                    <a:ext uri="{9D8B030D-6E8A-4147-A177-3AD203B41FA5}">
                      <a16:colId xmlns:a16="http://schemas.microsoft.com/office/drawing/2014/main" val="2226036248"/>
                    </a:ext>
                  </a:extLst>
                </a:gridCol>
              </a:tblGrid>
              <a:tr h="528165">
                <a:tc>
                  <a:txBody>
                    <a:bodyPr/>
                    <a:lstStyle/>
                    <a:p>
                      <a:endParaRPr lang="es-ES" noProof="0" dirty="0"/>
                    </a:p>
                  </a:txBody>
                  <a:tcPr>
                    <a:lnL w="12700" cap="flat" cmpd="sng" algn="ctr">
                      <a:noFill/>
                      <a:prstDash val="solid"/>
                      <a:round/>
                      <a:headEnd type="none" w="med" len="med"/>
                      <a:tailEnd type="none" w="med" len="med"/>
                    </a:lnL>
                    <a:lnT w="12700" cmpd="sng">
                      <a:noFill/>
                    </a:lnT>
                  </a:tcPr>
                </a:tc>
                <a:tc>
                  <a:txBody>
                    <a:bodyPr/>
                    <a:lstStyle/>
                    <a:p>
                      <a:pPr algn="ctr"/>
                      <a:r>
                        <a:rPr lang="es-ES" sz="1800" b="1" kern="1200" noProof="0" dirty="0">
                          <a:solidFill>
                            <a:schemeClr val="tx1"/>
                          </a:solidFill>
                          <a:latin typeface="Segoe UI" panose="020B0502040204020203" pitchFamily="34" charset="0"/>
                          <a:ea typeface="+mn-ea"/>
                          <a:cs typeface="Segoe UI" panose="020B0502040204020203" pitchFamily="34" charset="0"/>
                        </a:rPr>
                        <a:t>SEPTIEMBRE</a:t>
                      </a:r>
                    </a:p>
                  </a:txBody>
                  <a:tcPr anchor="ctr">
                    <a:lnT w="12700" cmpd="sng">
                      <a:noFill/>
                    </a:lnT>
                  </a:tcPr>
                </a:tc>
                <a:tc>
                  <a:txBody>
                    <a:bodyPr/>
                    <a:lstStyle/>
                    <a:p>
                      <a:pPr algn="ctr"/>
                      <a:r>
                        <a:rPr lang="es-ES" sz="1800" b="1" kern="1200" noProof="0" dirty="0">
                          <a:solidFill>
                            <a:schemeClr val="tx1"/>
                          </a:solidFill>
                          <a:latin typeface="Segoe UI" panose="020B0502040204020203" pitchFamily="34" charset="0"/>
                          <a:ea typeface="+mn-ea"/>
                          <a:cs typeface="Segoe UI" panose="020B0502040204020203" pitchFamily="34" charset="0"/>
                        </a:rPr>
                        <a:t>OCTUBRE</a:t>
                      </a:r>
                    </a:p>
                  </a:txBody>
                  <a:tcPr anchor="ctr">
                    <a:lnT w="12700" cmpd="sng">
                      <a:noFill/>
                    </a:lnT>
                  </a:tcPr>
                </a:tc>
                <a:tc>
                  <a:txBody>
                    <a:bodyPr/>
                    <a:lstStyle/>
                    <a:p>
                      <a:pPr algn="ctr"/>
                      <a:r>
                        <a:rPr lang="es-ES" sz="1800" b="1" kern="1200" noProof="0" dirty="0">
                          <a:solidFill>
                            <a:schemeClr val="tx1"/>
                          </a:solidFill>
                          <a:latin typeface="Segoe UI" panose="020B0502040204020203" pitchFamily="34" charset="0"/>
                          <a:ea typeface="+mn-ea"/>
                          <a:cs typeface="Segoe UI" panose="020B0502040204020203" pitchFamily="34" charset="0"/>
                        </a:rPr>
                        <a:t>NOVIEMBRE</a:t>
                      </a:r>
                    </a:p>
                  </a:txBody>
                  <a:tcPr anchor="ctr">
                    <a:lnT w="12700" cmpd="sng">
                      <a:noFill/>
                    </a:lnT>
                  </a:tcPr>
                </a:tc>
                <a:extLst>
                  <a:ext uri="{0D108BD9-81ED-4DB2-BD59-A6C34878D82A}">
                    <a16:rowId xmlns:a16="http://schemas.microsoft.com/office/drawing/2014/main" val="3582796379"/>
                  </a:ext>
                </a:extLst>
              </a:tr>
              <a:tr h="469234">
                <a:tc>
                  <a:txBody>
                    <a:bodyPr/>
                    <a:lstStyle/>
                    <a:p>
                      <a:pPr algn="r"/>
                      <a:r>
                        <a:rPr lang="es-ES" b="1" noProof="0" dirty="0"/>
                        <a:t>&lt;100 h</a:t>
                      </a:r>
                    </a:p>
                  </a:txBody>
                  <a:tcPr anchor="ctr">
                    <a:lnL w="12700" cmpd="sng">
                      <a:noFill/>
                    </a:ln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s-ES" sz="1800" b="1" kern="1200" noProof="0" dirty="0">
                          <a:solidFill>
                            <a:schemeClr val="tx1"/>
                          </a:solidFill>
                          <a:latin typeface="Segoe UI" panose="020B0502040204020203" pitchFamily="34" charset="0"/>
                          <a:ea typeface="+mn-ea"/>
                          <a:cs typeface="Segoe UI" panose="020B0502040204020203" pitchFamily="34" charset="0"/>
                        </a:rPr>
                        <a:t>22 </a:t>
                      </a:r>
                      <a:r>
                        <a:rPr lang="es-ES" sz="1800" b="1" noProof="0" dirty="0">
                          <a:solidFill>
                            <a:schemeClr val="tx1"/>
                          </a:solidFill>
                          <a:latin typeface="Segoe UI" panose="020B0502040204020203" pitchFamily="34" charset="0"/>
                          <a:cs typeface="Segoe UI" panose="020B0502040204020203" pitchFamily="34" charset="0"/>
                        </a:rPr>
                        <a:t>(</a:t>
                      </a:r>
                      <a:r>
                        <a:rPr kumimoji="0" lang="es-ES" sz="1800" b="1" i="0" u="none" strike="noStrike" kern="1200" cap="none" spc="0" normalizeH="0" baseline="0" noProof="0" dirty="0">
                          <a:ln>
                            <a:noFill/>
                          </a:ln>
                          <a:solidFill>
                            <a:srgbClr val="005892"/>
                          </a:solidFill>
                          <a:effectLst/>
                          <a:uLnTx/>
                          <a:uFillTx/>
                          <a:latin typeface="Segoe UI" panose="020B0502040204020203" pitchFamily="34" charset="0"/>
                          <a:ea typeface="+mn-ea"/>
                          <a:cs typeface="Segoe UI" panose="020B0502040204020203" pitchFamily="34" charset="0"/>
                        </a:rPr>
                        <a:t>conseguidos 19</a:t>
                      </a:r>
                      <a:r>
                        <a:rPr kumimoji="0" lang="es-ES" sz="1800" b="1"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rPr>
                        <a:t>)</a:t>
                      </a:r>
                      <a:endParaRPr lang="es-ES" sz="1800" b="1" kern="1200" noProof="0" dirty="0">
                        <a:solidFill>
                          <a:schemeClr val="tx1"/>
                        </a:solidFill>
                        <a:latin typeface="Segoe UI" panose="020B0502040204020203" pitchFamily="34" charset="0"/>
                        <a:ea typeface="+mn-ea"/>
                        <a:cs typeface="Segoe UI" panose="020B0502040204020203"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s-ES" sz="1800" b="1" kern="1200" noProof="0" dirty="0">
                          <a:solidFill>
                            <a:schemeClr val="tx1"/>
                          </a:solidFill>
                          <a:latin typeface="Segoe UI" panose="020B0502040204020203" pitchFamily="34" charset="0"/>
                          <a:ea typeface="+mn-ea"/>
                          <a:cs typeface="Segoe UI" panose="020B0502040204020203" pitchFamily="34" charset="0"/>
                        </a:rPr>
                        <a:t>11</a:t>
                      </a:r>
                      <a:r>
                        <a:rPr lang="es-ES" sz="1800" b="1" noProof="0" dirty="0">
                          <a:solidFill>
                            <a:schemeClr val="tx1"/>
                          </a:solidFill>
                          <a:latin typeface="Segoe UI" panose="020B0502040204020203" pitchFamily="34" charset="0"/>
                          <a:cs typeface="Segoe UI" panose="020B0502040204020203" pitchFamily="34" charset="0"/>
                        </a:rPr>
                        <a:t>(</a:t>
                      </a:r>
                      <a:r>
                        <a:rPr kumimoji="0" lang="es-ES" sz="1800" b="1" i="0" u="none" strike="noStrike" kern="1200" cap="none" spc="0" normalizeH="0" baseline="0" noProof="0" dirty="0">
                          <a:ln>
                            <a:noFill/>
                          </a:ln>
                          <a:solidFill>
                            <a:srgbClr val="005892"/>
                          </a:solidFill>
                          <a:effectLst/>
                          <a:uLnTx/>
                          <a:uFillTx/>
                          <a:latin typeface="Segoe UI" panose="020B0502040204020203" pitchFamily="34" charset="0"/>
                          <a:ea typeface="+mn-ea"/>
                          <a:cs typeface="Segoe UI" panose="020B0502040204020203" pitchFamily="34" charset="0"/>
                        </a:rPr>
                        <a:t>conseguidos 1</a:t>
                      </a:r>
                      <a:r>
                        <a:rPr kumimoji="0" lang="es-ES" sz="1800" b="1"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rPr>
                        <a:t>)</a:t>
                      </a:r>
                      <a:endParaRPr lang="es-ES" sz="1800" b="1" kern="1200" noProof="0" dirty="0">
                        <a:solidFill>
                          <a:schemeClr val="tx1"/>
                        </a:solidFill>
                        <a:latin typeface="Segoe UI" panose="020B0502040204020203" pitchFamily="34" charset="0"/>
                        <a:ea typeface="+mn-ea"/>
                        <a:cs typeface="Segoe UI" panose="020B0502040204020203"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s-ES" sz="1800" b="1" kern="1200" noProof="0" dirty="0">
                          <a:solidFill>
                            <a:schemeClr val="bg2">
                              <a:lumMod val="75000"/>
                            </a:schemeClr>
                          </a:solidFill>
                          <a:latin typeface="Segoe UI" panose="020B0502040204020203" pitchFamily="34" charset="0"/>
                          <a:ea typeface="+mn-ea"/>
                          <a:cs typeface="Segoe UI" panose="020B0502040204020203" pitchFamily="34" charset="0"/>
                        </a:rPr>
                        <a:t>Ninguno</a:t>
                      </a:r>
                      <a:endParaRPr lang="es-ES" sz="1800" b="1" kern="1200" noProof="0" dirty="0">
                        <a:solidFill>
                          <a:schemeClr val="tx1"/>
                        </a:solidFill>
                        <a:latin typeface="Segoe UI" panose="020B0502040204020203" pitchFamily="34" charset="0"/>
                        <a:ea typeface="+mn-ea"/>
                        <a:cs typeface="Segoe UI" panose="020B0502040204020203" pitchFamily="34" charset="0"/>
                      </a:endParaRPr>
                    </a:p>
                  </a:txBody>
                  <a:tcPr anchor="ctr"/>
                </a:tc>
                <a:extLst>
                  <a:ext uri="{0D108BD9-81ED-4DB2-BD59-A6C34878D82A}">
                    <a16:rowId xmlns:a16="http://schemas.microsoft.com/office/drawing/2014/main" val="124833620"/>
                  </a:ext>
                </a:extLst>
              </a:tr>
              <a:tr h="1825869">
                <a:tc>
                  <a:txBody>
                    <a:bodyPr/>
                    <a:lstStyle/>
                    <a:p>
                      <a:pPr algn="r"/>
                      <a:r>
                        <a:rPr lang="es-ES" sz="2000" b="1" noProof="0" dirty="0"/>
                        <a:t>Entre 100 y 400 h</a:t>
                      </a:r>
                    </a:p>
                  </a:txBody>
                  <a:tcPr anchor="ctr">
                    <a:lnL w="12700" cmpd="sng">
                      <a:noFill/>
                    </a:lnL>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400" b="1" i="0" u="none" strike="noStrike" kern="1200" cap="none" spc="0" normalizeH="0" baseline="0" noProof="0" dirty="0">
                          <a:ln>
                            <a:noFill/>
                          </a:ln>
                          <a:solidFill>
                            <a:srgbClr val="FF8205"/>
                          </a:solidFill>
                          <a:effectLst/>
                          <a:uLnTx/>
                          <a:uFillTx/>
                          <a:latin typeface="Segoe UI" panose="020B0502040204020203" pitchFamily="34" charset="0"/>
                          <a:ea typeface="+mn-ea"/>
                          <a:cs typeface="Segoe UI" panose="020B0502040204020203" pitchFamily="34" charset="0"/>
                        </a:rPr>
                        <a:t>BIEFFE MEDITAL, S.A.</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it-IT" sz="1400" b="1" i="0" u="none" strike="noStrike" kern="1200" cap="none" spc="0" normalizeH="0" baseline="0" noProof="0" dirty="0">
                          <a:ln>
                            <a:noFill/>
                          </a:ln>
                          <a:solidFill>
                            <a:srgbClr val="005892"/>
                          </a:solidFill>
                          <a:effectLst/>
                          <a:uLnTx/>
                          <a:uFillTx/>
                          <a:latin typeface="Segoe UI" panose="020B0502040204020203" pitchFamily="34" charset="0"/>
                          <a:ea typeface="+mn-ea"/>
                          <a:cs typeface="Segoe UI" panose="020B0502040204020203" pitchFamily="34" charset="0"/>
                        </a:rPr>
                        <a:t>TADIM </a:t>
                      </a:r>
                      <a:endParaRPr kumimoji="0" lang="es-ES" sz="1400" b="1" i="0" u="none" strike="noStrike" kern="1200" cap="none" spc="0" normalizeH="0" baseline="0" noProof="0" dirty="0">
                        <a:ln>
                          <a:noFill/>
                        </a:ln>
                        <a:solidFill>
                          <a:srgbClr val="005892"/>
                        </a:solidFill>
                        <a:effectLst/>
                        <a:uLnTx/>
                        <a:uFillTx/>
                        <a:latin typeface="Segoe UI" panose="020B0502040204020203" pitchFamily="34" charset="0"/>
                        <a:ea typeface="+mn-ea"/>
                        <a:cs typeface="Segoe UI" panose="020B0502040204020203" pitchFamily="34"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400" b="1" i="0" u="none" strike="noStrike" kern="1200" cap="none" spc="0" normalizeH="0" baseline="0" noProof="0" dirty="0">
                          <a:ln>
                            <a:noFill/>
                          </a:ln>
                          <a:solidFill>
                            <a:srgbClr val="FF8205"/>
                          </a:solidFill>
                          <a:effectLst/>
                          <a:uLnTx/>
                          <a:uFillTx/>
                          <a:latin typeface="Segoe UI" panose="020B0502040204020203" pitchFamily="34" charset="0"/>
                          <a:ea typeface="+mn-ea"/>
                          <a:cs typeface="Segoe UI" panose="020B0502040204020203" pitchFamily="34" charset="0"/>
                        </a:rPr>
                        <a:t>BROWNE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400" b="1" i="0" u="none" strike="noStrike" kern="1200" cap="none" spc="0" normalizeH="0" baseline="0" noProof="0" dirty="0">
                          <a:ln>
                            <a:noFill/>
                          </a:ln>
                          <a:solidFill>
                            <a:srgbClr val="FF8205"/>
                          </a:solidFill>
                          <a:effectLst/>
                          <a:uLnTx/>
                          <a:uFillTx/>
                          <a:latin typeface="Segoe UI" panose="020B0502040204020203" pitchFamily="34" charset="0"/>
                          <a:ea typeface="+mn-ea"/>
                          <a:cs typeface="Segoe UI" panose="020B0502040204020203" pitchFamily="34" charset="0"/>
                        </a:rPr>
                        <a:t>DIAGER</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400" b="1" i="0" u="none" strike="noStrike" kern="1200" cap="none" spc="0" normalizeH="0" baseline="0" noProof="0" dirty="0">
                          <a:ln>
                            <a:noFill/>
                          </a:ln>
                          <a:solidFill>
                            <a:srgbClr val="005892"/>
                          </a:solidFill>
                          <a:effectLst/>
                          <a:uLnTx/>
                          <a:uFillTx/>
                          <a:latin typeface="Segoe UI" panose="020B0502040204020203" pitchFamily="34" charset="0"/>
                          <a:ea typeface="+mn-ea"/>
                          <a:cs typeface="Segoe UI" panose="020B0502040204020203" pitchFamily="34" charset="0"/>
                        </a:rPr>
                        <a:t>LEK S.A.</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400" b="1" i="0" u="none" strike="noStrike" kern="1200" cap="none" spc="0" normalizeH="0" baseline="0" noProof="0" dirty="0">
                          <a:ln>
                            <a:noFill/>
                          </a:ln>
                          <a:solidFill>
                            <a:srgbClr val="005892"/>
                          </a:solidFill>
                          <a:effectLst/>
                          <a:uLnTx/>
                          <a:uFillTx/>
                          <a:latin typeface="Segoe UI" panose="020B0502040204020203" pitchFamily="34" charset="0"/>
                          <a:ea typeface="+mn-ea"/>
                          <a:cs typeface="Segoe UI" panose="020B0502040204020203" pitchFamily="34" charset="0"/>
                        </a:rPr>
                        <a:t>PELLENC</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400" b="1" i="0" u="none" strike="noStrike" kern="1200" cap="none" spc="0" normalizeH="0" baseline="0" noProof="0" dirty="0">
                          <a:ln>
                            <a:noFill/>
                          </a:ln>
                          <a:solidFill>
                            <a:srgbClr val="FF8205"/>
                          </a:solidFill>
                          <a:effectLst/>
                          <a:uLnTx/>
                          <a:uFillTx/>
                          <a:latin typeface="Segoe UI" panose="020B0502040204020203" pitchFamily="34" charset="0"/>
                          <a:ea typeface="+mn-ea"/>
                          <a:cs typeface="Segoe UI" panose="020B0502040204020203" pitchFamily="34" charset="0"/>
                        </a:rPr>
                        <a:t>MAQUITEN, S.A. - Puntos 2,3,7,13,14</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400" b="1"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rPr>
                        <a:t>BIEFFE MEDITAL, S.A.</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400" b="1"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rPr>
                        <a:t>BROWNE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400" b="1"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rPr>
                        <a:t>CRODA IBERICA</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400" b="1"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rPr>
                        <a:t>DIAGER</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400" b="1"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rPr>
                        <a:t>MAQUITEN, S.A. - Puntos 2,3,7,13,14</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400" b="1"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rPr>
                        <a:t>UBESOL</a:t>
                      </a:r>
                    </a:p>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s-ES" sz="1400" b="1" kern="1200" noProof="0" dirty="0">
                        <a:solidFill>
                          <a:schemeClr val="bg2">
                            <a:lumMod val="75000"/>
                          </a:schemeClr>
                        </a:solidFill>
                        <a:latin typeface="Segoe UI" panose="020B0502040204020203" pitchFamily="34" charset="0"/>
                        <a:ea typeface="+mn-ea"/>
                        <a:cs typeface="Segoe UI" panose="020B0502040204020203"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s-ES" sz="1400" b="1" kern="1200" noProof="0" dirty="0">
                          <a:solidFill>
                            <a:schemeClr val="bg2">
                              <a:lumMod val="75000"/>
                            </a:schemeClr>
                          </a:solidFill>
                          <a:latin typeface="Segoe UI" panose="020B0502040204020203" pitchFamily="34" charset="0"/>
                          <a:ea typeface="+mn-ea"/>
                          <a:cs typeface="Segoe UI" panose="020B0502040204020203" pitchFamily="34" charset="0"/>
                        </a:rPr>
                        <a:t>Ninguno</a:t>
                      </a:r>
                    </a:p>
                  </a:txBody>
                  <a:tcPr anchor="ctr"/>
                </a:tc>
                <a:extLst>
                  <a:ext uri="{0D108BD9-81ED-4DB2-BD59-A6C34878D82A}">
                    <a16:rowId xmlns:a16="http://schemas.microsoft.com/office/drawing/2014/main" val="3422805519"/>
                  </a:ext>
                </a:extLst>
              </a:tr>
              <a:tr h="1588154">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s-ES" b="1" noProof="0" dirty="0"/>
                        <a:t>&gt;400 h</a:t>
                      </a:r>
                    </a:p>
                  </a:txBody>
                  <a:tcPr anchor="ctr">
                    <a:lnL w="12700" cmpd="sng">
                      <a:noFill/>
                    </a:lnL>
                    <a:lnB w="12700" cmpd="sng">
                      <a:noFill/>
                    </a:lnB>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400" b="1" i="0" u="none" strike="noStrike" kern="1200" cap="none" spc="0" normalizeH="0" baseline="0" noProof="0" dirty="0">
                          <a:ln>
                            <a:noFill/>
                          </a:ln>
                          <a:solidFill>
                            <a:srgbClr val="005892"/>
                          </a:solidFill>
                          <a:effectLst/>
                          <a:uLnTx/>
                          <a:uFillTx/>
                          <a:latin typeface="Segoe UI" panose="020B0502040204020203" pitchFamily="34" charset="0"/>
                          <a:ea typeface="+mn-ea"/>
                          <a:cs typeface="Segoe UI" panose="020B0502040204020203" pitchFamily="34" charset="0"/>
                        </a:rPr>
                        <a:t>JIM SPORTS TECHNOLOGY, S.L. – Agencias</a:t>
                      </a:r>
                    </a:p>
                  </a:txBody>
                  <a:tcPr anchor="ctr">
                    <a:lnB w="12700" cmpd="sng">
                      <a:noFill/>
                    </a:lnB>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s-ES" sz="1400" b="1" kern="1200" noProof="0" dirty="0">
                          <a:solidFill>
                            <a:schemeClr val="bg2">
                              <a:lumMod val="75000"/>
                            </a:schemeClr>
                          </a:solidFill>
                          <a:latin typeface="Segoe UI" panose="020B0502040204020203" pitchFamily="34" charset="0"/>
                          <a:ea typeface="+mn-ea"/>
                          <a:cs typeface="Segoe UI" panose="020B0502040204020203" pitchFamily="34" charset="0"/>
                        </a:rPr>
                        <a:t>Ninguno</a:t>
                      </a:r>
                      <a:endParaRPr kumimoji="0" lang="es-ES" sz="1400" b="1"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B w="12700" cmpd="sng">
                      <a:noFill/>
                    </a:lnB>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200" b="1" kern="1200" noProof="0" dirty="0">
                          <a:solidFill>
                            <a:schemeClr val="tx1"/>
                          </a:solidFill>
                          <a:latin typeface="Segoe UI" panose="020B0502040204020203" pitchFamily="34" charset="0"/>
                          <a:ea typeface="+mn-ea"/>
                          <a:cs typeface="Segoe UI" panose="020B0502040204020203" pitchFamily="34" charset="0"/>
                        </a:rPr>
                        <a:t>CONGELADOS DE NAVARRA, S.A.U. - Migración web Cámara 4</a:t>
                      </a:r>
                      <a:endParaRPr kumimoji="0" lang="es-ES" sz="1200" b="1"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B w="12700" cmpd="sng">
                      <a:noFill/>
                    </a:lnB>
                  </a:tcPr>
                </a:tc>
                <a:extLst>
                  <a:ext uri="{0D108BD9-81ED-4DB2-BD59-A6C34878D82A}">
                    <a16:rowId xmlns:a16="http://schemas.microsoft.com/office/drawing/2014/main" val="2712103304"/>
                  </a:ext>
                </a:extLst>
              </a:tr>
            </a:tbl>
          </a:graphicData>
        </a:graphic>
      </p:graphicFrame>
    </p:spTree>
    <p:extLst>
      <p:ext uri="{BB962C8B-B14F-4D97-AF65-F5344CB8AC3E}">
        <p14:creationId xmlns:p14="http://schemas.microsoft.com/office/powerpoint/2010/main" val="463953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CuadroTexto 137">
            <a:extLst>
              <a:ext uri="{FF2B5EF4-FFF2-40B4-BE49-F238E27FC236}">
                <a16:creationId xmlns:a16="http://schemas.microsoft.com/office/drawing/2014/main" id="{719ACDDE-B06C-055E-5AA7-3FE66521F5A2}"/>
              </a:ext>
            </a:extLst>
          </p:cNvPr>
          <p:cNvSpPr txBox="1"/>
          <p:nvPr/>
        </p:nvSpPr>
        <p:spPr>
          <a:xfrm>
            <a:off x="546867" y="200784"/>
            <a:ext cx="6178550" cy="276999"/>
          </a:xfrm>
          <a:prstGeom prst="rect">
            <a:avLst/>
          </a:prstGeom>
          <a:noFill/>
        </p:spPr>
        <p:txBody>
          <a:bodyPr wrap="square" lIns="0" rIns="0">
            <a:spAutoFit/>
          </a:bodyPr>
          <a:lstStyle/>
          <a:p>
            <a:r>
              <a:rPr lang="es-ES" sz="1200" noProof="0" dirty="0">
                <a:solidFill>
                  <a:schemeClr val="bg1">
                    <a:lumMod val="50000"/>
                  </a:schemeClr>
                </a:solidFill>
                <a:latin typeface="Arial" panose="020B0604020202020204" pitchFamily="34" charset="0"/>
                <a:ea typeface="Arial"/>
                <a:cs typeface="Arial" panose="020B0604020202020204" pitchFamily="34" charset="0"/>
              </a:rPr>
              <a:t>AMPLIACIONES</a:t>
            </a:r>
            <a:endParaRPr lang="es-ES" sz="1200" b="0" i="0" strike="noStrike" cap="none" spc="0" baseline="0" noProof="0" dirty="0">
              <a:solidFill>
                <a:schemeClr val="bg1">
                  <a:lumMod val="50000"/>
                </a:schemeClr>
              </a:solidFill>
              <a:effectLst/>
              <a:latin typeface="Arial" panose="020B0604020202020204" pitchFamily="34" charset="0"/>
              <a:ea typeface="Arial"/>
              <a:cs typeface="Arial" panose="020B0604020202020204" pitchFamily="34" charset="0"/>
            </a:endParaRPr>
          </a:p>
        </p:txBody>
      </p:sp>
      <p:sp>
        <p:nvSpPr>
          <p:cNvPr id="139" name="Título 8">
            <a:extLst>
              <a:ext uri="{FF2B5EF4-FFF2-40B4-BE49-F238E27FC236}">
                <a16:creationId xmlns:a16="http://schemas.microsoft.com/office/drawing/2014/main" id="{A32EA241-5E6E-9F8A-5D87-38081E42DA4E}"/>
              </a:ext>
            </a:extLst>
          </p:cNvPr>
          <p:cNvSpPr txBox="1"/>
          <p:nvPr/>
        </p:nvSpPr>
        <p:spPr>
          <a:xfrm>
            <a:off x="534563" y="861910"/>
            <a:ext cx="10159104" cy="536362"/>
          </a:xfrm>
          <a:prstGeom prst="rect">
            <a:avLst/>
          </a:prstGeom>
        </p:spPr>
        <p:txBody>
          <a:bodyPr vert="horz" wrap="none" lIns="0" tIns="0" rIns="0" bIns="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ts val="2800"/>
              </a:lnSpc>
            </a:pPr>
            <a:r>
              <a:rPr lang="es-ES" sz="2200" b="1" i="0" strike="noStrike" cap="all" spc="0" baseline="0" noProof="0" dirty="0">
                <a:solidFill>
                  <a:srgbClr val="005198"/>
                </a:solidFill>
                <a:effectLst/>
                <a:latin typeface="Arial" panose="020B0604020202020204" pitchFamily="34" charset="0"/>
                <a:ea typeface="Arial"/>
                <a:cs typeface="Arial" panose="020B0604020202020204" pitchFamily="34" charset="0"/>
              </a:rPr>
              <a:t>Objetivos VALIDACIÓN</a:t>
            </a:r>
          </a:p>
          <a:p>
            <a:pPr>
              <a:lnSpc>
                <a:spcPts val="3400"/>
              </a:lnSpc>
            </a:pPr>
            <a:endParaRPr lang="es-ES" sz="2200" b="1" i="0" strike="noStrike" cap="all" spc="0" baseline="0" noProof="0" dirty="0">
              <a:solidFill>
                <a:srgbClr val="005198"/>
              </a:solidFill>
              <a:effectLst/>
              <a:latin typeface="Arial" panose="020B0604020202020204" pitchFamily="34" charset="0"/>
              <a:ea typeface="Arial"/>
              <a:cs typeface="Arial" panose="020B0604020202020204" pitchFamily="34" charset="0"/>
            </a:endParaRPr>
          </a:p>
        </p:txBody>
      </p:sp>
      <p:cxnSp>
        <p:nvCxnSpPr>
          <p:cNvPr id="140" name="Conector recto 139">
            <a:extLst>
              <a:ext uri="{FF2B5EF4-FFF2-40B4-BE49-F238E27FC236}">
                <a16:creationId xmlns:a16="http://schemas.microsoft.com/office/drawing/2014/main" id="{ABFADFF7-D7C9-0756-4361-47FB190267C3}"/>
              </a:ext>
            </a:extLst>
          </p:cNvPr>
          <p:cNvCxnSpPr/>
          <p:nvPr/>
        </p:nvCxnSpPr>
        <p:spPr>
          <a:xfrm>
            <a:off x="546867" y="831096"/>
            <a:ext cx="354273" cy="0"/>
          </a:xfrm>
          <a:prstGeom prst="line">
            <a:avLst/>
          </a:prstGeom>
          <a:ln w="31750">
            <a:solidFill>
              <a:srgbClr val="FA6900"/>
            </a:solidFill>
          </a:ln>
        </p:spPr>
        <p:style>
          <a:lnRef idx="1">
            <a:schemeClr val="accent1"/>
          </a:lnRef>
          <a:fillRef idx="0">
            <a:schemeClr val="accent1"/>
          </a:fillRef>
          <a:effectRef idx="0">
            <a:schemeClr val="accent1"/>
          </a:effectRef>
          <a:fontRef idx="minor">
            <a:schemeClr val="tx1"/>
          </a:fontRef>
        </p:style>
      </p:cxnSp>
      <p:sp>
        <p:nvSpPr>
          <p:cNvPr id="141" name="Marcador de número de diapositiva 3">
            <a:extLst>
              <a:ext uri="{FF2B5EF4-FFF2-40B4-BE49-F238E27FC236}">
                <a16:creationId xmlns:a16="http://schemas.microsoft.com/office/drawing/2014/main" id="{10EC2D02-8D7A-060B-5D8F-A7CFC45F8911}"/>
              </a:ext>
            </a:extLst>
          </p:cNvPr>
          <p:cNvSpPr>
            <a:spLocks noGrp="1"/>
          </p:cNvSpPr>
          <p:nvPr>
            <p:ph type="sldNum" sz="quarter" idx="4"/>
          </p:nvPr>
        </p:nvSpPr>
        <p:spPr>
          <a:xfrm>
            <a:off x="191344" y="6477216"/>
            <a:ext cx="505019" cy="180000"/>
          </a:xfrm>
          <a:prstGeom prst="rect">
            <a:avLst/>
          </a:prstGeom>
        </p:spPr>
        <p:txBody>
          <a:bodyPr vert="horz" lIns="0" tIns="0" rIns="0" bIns="0" rtlCol="0" anchor="ctr"/>
          <a:lstStyle>
            <a:defPPr>
              <a:defRPr lang="en-US"/>
            </a:defPPr>
            <a:lvl1pPr marL="0" algn="r" defTabSz="457200" rtl="0" eaLnBrk="1" latinLnBrk="0" hangingPunct="1">
              <a:defRPr sz="1050" b="1" kern="1200">
                <a:solidFill>
                  <a:srgbClr val="005198"/>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569C854-9955-467A-873C-E541C97C6FA2}" type="slidenum">
              <a:rPr lang="es-ES" noProof="0" smtClean="0">
                <a:latin typeface="Arial" panose="020B0604020202020204" pitchFamily="34" charset="0"/>
                <a:cs typeface="Arial" panose="020B0604020202020204" pitchFamily="34" charset="0"/>
              </a:rPr>
              <a:t>14</a:t>
            </a:fld>
            <a:endParaRPr lang="es-ES" noProof="0" dirty="0">
              <a:latin typeface="Arial" panose="020B0604020202020204" pitchFamily="34" charset="0"/>
              <a:cs typeface="Arial" panose="020B0604020202020204" pitchFamily="34" charset="0"/>
            </a:endParaRPr>
          </a:p>
        </p:txBody>
      </p:sp>
      <p:sp>
        <p:nvSpPr>
          <p:cNvPr id="2" name="Marcador de pie de página 2">
            <a:extLst>
              <a:ext uri="{FF2B5EF4-FFF2-40B4-BE49-F238E27FC236}">
                <a16:creationId xmlns:a16="http://schemas.microsoft.com/office/drawing/2014/main" id="{48AA4F43-C571-B0D2-B3BC-C74A0E4A8DBC}"/>
              </a:ext>
            </a:extLst>
          </p:cNvPr>
          <p:cNvSpPr>
            <a:spLocks noGrp="1"/>
          </p:cNvSpPr>
          <p:nvPr>
            <p:ph type="ftr" sz="quarter" idx="3"/>
          </p:nvPr>
        </p:nvSpPr>
        <p:spPr>
          <a:xfrm>
            <a:off x="696363" y="6441673"/>
            <a:ext cx="7153350" cy="322448"/>
          </a:xfrm>
        </p:spPr>
        <p:txBody>
          <a:bodyPr/>
          <a:lstStyle/>
          <a:p>
            <a:r>
              <a:rPr lang="es-ES" sz="1050" b="0" i="0" strike="noStrike" cap="none" spc="0" baseline="0" noProof="0" dirty="0">
                <a:solidFill>
                  <a:srgbClr val="005198"/>
                </a:solidFill>
                <a:effectLst/>
                <a:ea typeface="Arial"/>
              </a:rPr>
              <a:t>INNOVATION IN WAREHOUSING AND SUPPLY CHAIN</a:t>
            </a:r>
            <a:endParaRPr lang="es-ES" noProof="0" dirty="0"/>
          </a:p>
        </p:txBody>
      </p:sp>
      <p:graphicFrame>
        <p:nvGraphicFramePr>
          <p:cNvPr id="10" name="Tabla 9">
            <a:extLst>
              <a:ext uri="{FF2B5EF4-FFF2-40B4-BE49-F238E27FC236}">
                <a16:creationId xmlns:a16="http://schemas.microsoft.com/office/drawing/2014/main" id="{14A31531-CD3B-A728-15A3-3BE6DDF1EF57}"/>
              </a:ext>
            </a:extLst>
          </p:cNvPr>
          <p:cNvGraphicFramePr>
            <a:graphicFrameLocks noGrp="1"/>
          </p:cNvGraphicFramePr>
          <p:nvPr>
            <p:extLst>
              <p:ext uri="{D42A27DB-BD31-4B8C-83A1-F6EECF244321}">
                <p14:modId xmlns:p14="http://schemas.microsoft.com/office/powerpoint/2010/main" val="3025573994"/>
              </p:ext>
            </p:extLst>
          </p:nvPr>
        </p:nvGraphicFramePr>
        <p:xfrm>
          <a:off x="546867" y="1386844"/>
          <a:ext cx="11430937" cy="4713379"/>
        </p:xfrm>
        <a:graphic>
          <a:graphicData uri="http://schemas.openxmlformats.org/drawingml/2006/table">
            <a:tbl>
              <a:tblPr firstRow="1" bandRow="1">
                <a:tableStyleId>{5940675A-B579-460E-94D1-54222C63F5DA}</a:tableStyleId>
              </a:tblPr>
              <a:tblGrid>
                <a:gridCol w="1460017">
                  <a:extLst>
                    <a:ext uri="{9D8B030D-6E8A-4147-A177-3AD203B41FA5}">
                      <a16:colId xmlns:a16="http://schemas.microsoft.com/office/drawing/2014/main" val="1595966463"/>
                    </a:ext>
                  </a:extLst>
                </a:gridCol>
                <a:gridCol w="3162382">
                  <a:extLst>
                    <a:ext uri="{9D8B030D-6E8A-4147-A177-3AD203B41FA5}">
                      <a16:colId xmlns:a16="http://schemas.microsoft.com/office/drawing/2014/main" val="2215102282"/>
                    </a:ext>
                  </a:extLst>
                </a:gridCol>
                <a:gridCol w="3404269">
                  <a:extLst>
                    <a:ext uri="{9D8B030D-6E8A-4147-A177-3AD203B41FA5}">
                      <a16:colId xmlns:a16="http://schemas.microsoft.com/office/drawing/2014/main" val="204954377"/>
                    </a:ext>
                  </a:extLst>
                </a:gridCol>
                <a:gridCol w="3404269">
                  <a:extLst>
                    <a:ext uri="{9D8B030D-6E8A-4147-A177-3AD203B41FA5}">
                      <a16:colId xmlns:a16="http://schemas.microsoft.com/office/drawing/2014/main" val="2226036248"/>
                    </a:ext>
                  </a:extLst>
                </a:gridCol>
              </a:tblGrid>
              <a:tr h="353707">
                <a:tc>
                  <a:txBody>
                    <a:bodyPr/>
                    <a:lstStyle/>
                    <a:p>
                      <a:endParaRPr lang="es-ES" noProof="0" dirty="0"/>
                    </a:p>
                  </a:txBody>
                  <a:tcPr>
                    <a:lnL w="12700" cap="flat" cmpd="sng" algn="ctr">
                      <a:noFill/>
                      <a:prstDash val="solid"/>
                      <a:round/>
                      <a:headEnd type="none" w="med" len="med"/>
                      <a:tailEnd type="none" w="med" len="med"/>
                    </a:lnL>
                    <a:lnT w="12700" cmpd="sng">
                      <a:noFill/>
                    </a:lnT>
                  </a:tcPr>
                </a:tc>
                <a:tc>
                  <a:txBody>
                    <a:bodyPr/>
                    <a:lstStyle/>
                    <a:p>
                      <a:pPr algn="ctr"/>
                      <a:r>
                        <a:rPr lang="es-ES" sz="1800" b="1" kern="1200" noProof="0" dirty="0">
                          <a:solidFill>
                            <a:schemeClr val="tx1"/>
                          </a:solidFill>
                          <a:latin typeface="Segoe UI" panose="020B0502040204020203" pitchFamily="34" charset="0"/>
                          <a:ea typeface="+mn-ea"/>
                          <a:cs typeface="Segoe UI" panose="020B0502040204020203" pitchFamily="34" charset="0"/>
                        </a:rPr>
                        <a:t>SEPTIEMBRE</a:t>
                      </a:r>
                    </a:p>
                  </a:txBody>
                  <a:tcPr anchor="ctr">
                    <a:lnT w="12700" cmpd="sng">
                      <a:noFill/>
                    </a:lnT>
                  </a:tcPr>
                </a:tc>
                <a:tc>
                  <a:txBody>
                    <a:bodyPr/>
                    <a:lstStyle/>
                    <a:p>
                      <a:pPr algn="ctr"/>
                      <a:r>
                        <a:rPr lang="es-ES" sz="1800" b="1" kern="1200" noProof="0" dirty="0">
                          <a:solidFill>
                            <a:schemeClr val="tx1"/>
                          </a:solidFill>
                          <a:latin typeface="Segoe UI" panose="020B0502040204020203" pitchFamily="34" charset="0"/>
                          <a:ea typeface="+mn-ea"/>
                          <a:cs typeface="Segoe UI" panose="020B0502040204020203" pitchFamily="34" charset="0"/>
                        </a:rPr>
                        <a:t>OCTUBRE</a:t>
                      </a:r>
                    </a:p>
                  </a:txBody>
                  <a:tcPr anchor="ctr">
                    <a:lnT w="12700" cmpd="sng">
                      <a:noFill/>
                    </a:lnT>
                  </a:tcPr>
                </a:tc>
                <a:tc>
                  <a:txBody>
                    <a:bodyPr/>
                    <a:lstStyle/>
                    <a:p>
                      <a:pPr algn="ctr"/>
                      <a:r>
                        <a:rPr lang="es-ES" sz="1800" b="1" kern="1200" noProof="0" dirty="0">
                          <a:solidFill>
                            <a:schemeClr val="tx1"/>
                          </a:solidFill>
                          <a:latin typeface="Segoe UI" panose="020B0502040204020203" pitchFamily="34" charset="0"/>
                          <a:ea typeface="+mn-ea"/>
                          <a:cs typeface="Segoe UI" panose="020B0502040204020203" pitchFamily="34" charset="0"/>
                        </a:rPr>
                        <a:t>NOVIEMBRE</a:t>
                      </a:r>
                    </a:p>
                  </a:txBody>
                  <a:tcPr anchor="ctr">
                    <a:lnT w="12700" cmpd="sng">
                      <a:noFill/>
                    </a:lnT>
                  </a:tcPr>
                </a:tc>
                <a:extLst>
                  <a:ext uri="{0D108BD9-81ED-4DB2-BD59-A6C34878D82A}">
                    <a16:rowId xmlns:a16="http://schemas.microsoft.com/office/drawing/2014/main" val="3582796379"/>
                  </a:ext>
                </a:extLst>
              </a:tr>
              <a:tr h="350202">
                <a:tc>
                  <a:txBody>
                    <a:bodyPr/>
                    <a:lstStyle/>
                    <a:p>
                      <a:pPr algn="r"/>
                      <a:r>
                        <a:rPr lang="es-ES" b="1" noProof="0" dirty="0"/>
                        <a:t>&lt;100 h</a:t>
                      </a:r>
                    </a:p>
                  </a:txBody>
                  <a:tcPr anchor="ctr">
                    <a:lnL w="12700" cmpd="sng">
                      <a:noFill/>
                    </a:ln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800" b="1" kern="1200" noProof="0" dirty="0">
                          <a:solidFill>
                            <a:schemeClr val="tx1"/>
                          </a:solidFill>
                          <a:latin typeface="Segoe UI" panose="020B0502040204020203" pitchFamily="34" charset="0"/>
                          <a:ea typeface="+mn-ea"/>
                          <a:cs typeface="Segoe UI" panose="020B0502040204020203" pitchFamily="34" charset="0"/>
                        </a:rPr>
                        <a:t>26 (</a:t>
                      </a:r>
                      <a:r>
                        <a:rPr lang="es-ES" sz="1800" b="1" kern="1200" noProof="0" dirty="0">
                          <a:solidFill>
                            <a:srgbClr val="005892"/>
                          </a:solidFill>
                          <a:latin typeface="Segoe UI" panose="020B0502040204020203" pitchFamily="34" charset="0"/>
                          <a:ea typeface="+mn-ea"/>
                          <a:cs typeface="Segoe UI" panose="020B0502040204020203" pitchFamily="34" charset="0"/>
                        </a:rPr>
                        <a:t>conseguido 24</a:t>
                      </a:r>
                      <a:r>
                        <a:rPr lang="es-ES" sz="1800" b="1" kern="1200" noProof="0" dirty="0">
                          <a:solidFill>
                            <a:schemeClr val="tx1"/>
                          </a:solidFill>
                          <a:latin typeface="Segoe UI" panose="020B0502040204020203" pitchFamily="34" charset="0"/>
                          <a:ea typeface="+mn-ea"/>
                          <a:cs typeface="Segoe UI" panose="020B0502040204020203" pitchFamily="34" charset="0"/>
                        </a:rPr>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800" b="1" kern="1200" noProof="0" dirty="0">
                          <a:solidFill>
                            <a:schemeClr val="tx1"/>
                          </a:solidFill>
                          <a:latin typeface="Segoe UI" panose="020B0502040204020203" pitchFamily="34" charset="0"/>
                          <a:ea typeface="+mn-ea"/>
                          <a:cs typeface="Segoe UI" panose="020B0502040204020203" pitchFamily="34" charset="0"/>
                        </a:rPr>
                        <a:t>20 (</a:t>
                      </a:r>
                      <a:r>
                        <a:rPr lang="es-ES" sz="1800" b="1" kern="1200" noProof="0" dirty="0">
                          <a:solidFill>
                            <a:srgbClr val="005892"/>
                          </a:solidFill>
                          <a:latin typeface="Segoe UI" panose="020B0502040204020203" pitchFamily="34" charset="0"/>
                          <a:ea typeface="+mn-ea"/>
                          <a:cs typeface="Segoe UI" panose="020B0502040204020203" pitchFamily="34" charset="0"/>
                        </a:rPr>
                        <a:t>conseguido 4</a:t>
                      </a:r>
                      <a:r>
                        <a:rPr lang="es-ES" sz="1800" b="1" kern="1200" noProof="0" dirty="0">
                          <a:solidFill>
                            <a:schemeClr val="tx1"/>
                          </a:solidFill>
                          <a:latin typeface="Segoe UI" panose="020B0502040204020203" pitchFamily="34" charset="0"/>
                          <a:ea typeface="+mn-ea"/>
                          <a:cs typeface="Segoe UI" panose="020B0502040204020203" pitchFamily="34" charset="0"/>
                        </a:rPr>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800" b="1" kern="1200" noProof="0" dirty="0">
                          <a:solidFill>
                            <a:schemeClr val="tx1"/>
                          </a:solidFill>
                          <a:latin typeface="Segoe UI" panose="020B0502040204020203" pitchFamily="34" charset="0"/>
                          <a:ea typeface="+mn-ea"/>
                          <a:cs typeface="Segoe UI" panose="020B0502040204020203" pitchFamily="34" charset="0"/>
                        </a:rPr>
                        <a:t>2</a:t>
                      </a:r>
                    </a:p>
                  </a:txBody>
                  <a:tcPr anchor="ctr"/>
                </a:tc>
                <a:extLst>
                  <a:ext uri="{0D108BD9-81ED-4DB2-BD59-A6C34878D82A}">
                    <a16:rowId xmlns:a16="http://schemas.microsoft.com/office/drawing/2014/main" val="124833620"/>
                  </a:ext>
                </a:extLst>
              </a:tr>
              <a:tr h="2553879">
                <a:tc>
                  <a:txBody>
                    <a:bodyPr/>
                    <a:lstStyle/>
                    <a:p>
                      <a:pPr algn="r"/>
                      <a:r>
                        <a:rPr lang="es-ES" b="1" noProof="0" dirty="0"/>
                        <a:t>Entre 100 y 400 h</a:t>
                      </a:r>
                    </a:p>
                  </a:txBody>
                  <a:tcPr anchor="ctr">
                    <a:lnL w="12700" cmpd="sng">
                      <a:noFill/>
                    </a:lnL>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100" b="1" i="0" u="none" strike="noStrike" kern="1200" cap="none" spc="0" normalizeH="0" baseline="0" noProof="0" dirty="0">
                          <a:ln>
                            <a:noFill/>
                          </a:ln>
                          <a:solidFill>
                            <a:srgbClr val="FF8205"/>
                          </a:solidFill>
                          <a:effectLst/>
                          <a:uLnTx/>
                          <a:uFillTx/>
                          <a:latin typeface="Segoe UI" panose="020B0502040204020203" pitchFamily="34" charset="0"/>
                          <a:ea typeface="+mn-ea"/>
                          <a:cs typeface="Segoe UI" panose="020B0502040204020203" pitchFamily="34" charset="0"/>
                        </a:rPr>
                        <a:t>ZUKAN – Actualización EasyWMS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100" b="1" i="0" u="none" strike="noStrike" kern="1200" cap="none" spc="0" normalizeH="0" baseline="0" noProof="0" dirty="0">
                          <a:ln>
                            <a:noFill/>
                          </a:ln>
                          <a:solidFill>
                            <a:srgbClr val="FF8205"/>
                          </a:solidFill>
                          <a:effectLst/>
                          <a:uLnTx/>
                          <a:uFillTx/>
                          <a:latin typeface="Segoe UI" panose="020B0502040204020203" pitchFamily="34" charset="0"/>
                          <a:ea typeface="+mn-ea"/>
                          <a:cs typeface="Segoe UI" panose="020B0502040204020203" pitchFamily="34" charset="0"/>
                        </a:rPr>
                        <a:t>OSHKOSH DEFENSE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100" b="1" i="0" u="none" strike="noStrike" kern="1200" cap="none" spc="0" normalizeH="0" baseline="0" noProof="0" dirty="0">
                          <a:ln>
                            <a:noFill/>
                          </a:ln>
                          <a:solidFill>
                            <a:srgbClr val="005892"/>
                          </a:solidFill>
                          <a:effectLst/>
                          <a:uLnTx/>
                          <a:uFillTx/>
                          <a:latin typeface="Segoe UI" panose="020B0502040204020203" pitchFamily="34" charset="0"/>
                          <a:ea typeface="+mn-ea"/>
                          <a:cs typeface="Segoe UI" panose="020B0502040204020203" pitchFamily="34" charset="0"/>
                        </a:rPr>
                        <a:t>ALZAMORA CARTON PACKAGING</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100" b="1" i="0" u="none" strike="noStrike" kern="1200" cap="none" spc="0" normalizeH="0" baseline="0" noProof="0" dirty="0">
                          <a:ln>
                            <a:noFill/>
                          </a:ln>
                          <a:solidFill>
                            <a:srgbClr val="FF0000"/>
                          </a:solidFill>
                          <a:effectLst/>
                          <a:uLnTx/>
                          <a:uFillTx/>
                          <a:latin typeface="Segoe UI" panose="020B0502040204020203" pitchFamily="34" charset="0"/>
                          <a:ea typeface="+mn-ea"/>
                          <a:cs typeface="Segoe UI" panose="020B0502040204020203" pitchFamily="34" charset="0"/>
                        </a:rPr>
                        <a:t>FRIMAR PANADEROS SL - Modificar asignación stock</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100" b="1" i="0" u="none" strike="noStrike" kern="1200" cap="none" spc="0" normalizeH="0" baseline="0" noProof="0" dirty="0">
                          <a:ln>
                            <a:noFill/>
                          </a:ln>
                          <a:solidFill>
                            <a:srgbClr val="005892"/>
                          </a:solidFill>
                          <a:effectLst/>
                          <a:uLnTx/>
                          <a:uFillTx/>
                          <a:latin typeface="Segoe UI" panose="020B0502040204020203" pitchFamily="34" charset="0"/>
                          <a:ea typeface="+mn-ea"/>
                          <a:cs typeface="Segoe UI" panose="020B0502040204020203" pitchFamily="34" charset="0"/>
                        </a:rPr>
                        <a:t>BY DEMES – Agencias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100" b="1" i="0" u="none" strike="noStrike" kern="1200" cap="none" spc="0" normalizeH="0" baseline="0" noProof="0" dirty="0">
                          <a:ln>
                            <a:noFill/>
                          </a:ln>
                          <a:solidFill>
                            <a:srgbClr val="FF8205"/>
                          </a:solidFill>
                          <a:effectLst/>
                          <a:uLnTx/>
                          <a:uFillTx/>
                          <a:latin typeface="Segoe UI" panose="020B0502040204020203" pitchFamily="34" charset="0"/>
                          <a:ea typeface="+mn-ea"/>
                          <a:cs typeface="Segoe UI" panose="020B0502040204020203" pitchFamily="34" charset="0"/>
                        </a:rPr>
                        <a:t>PRIM - Nueva agencia Eurotranspharma</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100" b="1" i="0" u="none" strike="noStrike" kern="1200" cap="none" spc="0" normalizeH="0" baseline="0" noProof="0" dirty="0">
                          <a:ln>
                            <a:noFill/>
                          </a:ln>
                          <a:solidFill>
                            <a:srgbClr val="FF8205"/>
                          </a:solidFill>
                          <a:effectLst/>
                          <a:uLnTx/>
                          <a:uFillTx/>
                          <a:latin typeface="Segoe UI" panose="020B0502040204020203" pitchFamily="34" charset="0"/>
                          <a:ea typeface="+mn-ea"/>
                          <a:cs typeface="Segoe UI" panose="020B0502040204020203" pitchFamily="34" charset="0"/>
                        </a:rPr>
                        <a:t>CHIGGIATO SPA - Comunicación con cliente 3PL</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pt-BR" sz="1100" b="1" i="0" u="none" strike="noStrike" kern="1200" cap="none" spc="0" normalizeH="0" baseline="0" noProof="0" dirty="0">
                          <a:ln>
                            <a:noFill/>
                          </a:ln>
                          <a:solidFill>
                            <a:srgbClr val="FF0000"/>
                          </a:solidFill>
                          <a:effectLst/>
                          <a:uLnTx/>
                          <a:uFillTx/>
                          <a:latin typeface="Segoe UI" panose="020B0502040204020203" pitchFamily="34" charset="0"/>
                          <a:ea typeface="+mn-ea"/>
                          <a:cs typeface="Segoe UI" panose="020B0502040204020203" pitchFamily="34" charset="0"/>
                        </a:rPr>
                        <a:t>MAQUITEN, S.A. - PANELES e INFORME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100" b="1" i="0" u="none" strike="noStrike" kern="1200" cap="none" spc="0" normalizeH="0" baseline="0" noProof="0" dirty="0">
                          <a:ln>
                            <a:noFill/>
                          </a:ln>
                          <a:solidFill>
                            <a:srgbClr val="FF8205"/>
                          </a:solidFill>
                          <a:effectLst/>
                          <a:uLnTx/>
                          <a:uFillTx/>
                          <a:latin typeface="Segoe UI" panose="020B0502040204020203" pitchFamily="34" charset="0"/>
                          <a:ea typeface="+mn-ea"/>
                          <a:cs typeface="Segoe UI" panose="020B0502040204020203" pitchFamily="34" charset="0"/>
                        </a:rPr>
                        <a:t>MOTOS BORDOY, S.A. - Labor Management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100" b="1" i="0" u="none" strike="noStrike" kern="1200" cap="none" spc="0" normalizeH="0" baseline="0" noProof="0" dirty="0">
                          <a:ln>
                            <a:noFill/>
                          </a:ln>
                          <a:solidFill>
                            <a:srgbClr val="FF8205"/>
                          </a:solidFill>
                          <a:effectLst/>
                          <a:uLnTx/>
                          <a:uFillTx/>
                          <a:latin typeface="Segoe UI" panose="020B0502040204020203" pitchFamily="34" charset="0"/>
                          <a:ea typeface="+mn-ea"/>
                          <a:cs typeface="Segoe UI" panose="020B0502040204020203" pitchFamily="34" charset="0"/>
                        </a:rPr>
                        <a:t>LEK S.A.</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100" b="1" i="0" u="none" strike="noStrike" kern="1200" cap="none" spc="0" normalizeH="0" baseline="0" noProof="0" dirty="0">
                          <a:ln>
                            <a:noFill/>
                          </a:ln>
                          <a:solidFill>
                            <a:srgbClr val="005892"/>
                          </a:solidFill>
                          <a:effectLst/>
                          <a:uLnTx/>
                          <a:uFillTx/>
                          <a:latin typeface="Segoe UI" panose="020B0502040204020203" pitchFamily="34" charset="0"/>
                          <a:ea typeface="+mn-ea"/>
                          <a:cs typeface="Segoe UI" panose="020B0502040204020203" pitchFamily="34" charset="0"/>
                        </a:rPr>
                        <a:t>MICHAUD CHAILLY</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100" b="1" i="0" u="none" strike="noStrike" kern="1200" cap="none" spc="0" normalizeH="0" baseline="0" noProof="0" dirty="0">
                          <a:ln>
                            <a:noFill/>
                          </a:ln>
                          <a:solidFill>
                            <a:srgbClr val="005892"/>
                          </a:solidFill>
                          <a:effectLst/>
                          <a:uLnTx/>
                          <a:uFillTx/>
                          <a:latin typeface="Segoe UI" panose="020B0502040204020203" pitchFamily="34" charset="0"/>
                          <a:ea typeface="+mn-ea"/>
                          <a:cs typeface="Segoe UI" panose="020B0502040204020203" pitchFamily="34" charset="0"/>
                        </a:rPr>
                        <a:t>ZARC4ENDO, S.A. - Almacén nuevo</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200" b="1"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rPr>
                        <a:t>BIEFFE MEDITAL, S.A.</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200" b="1"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rPr>
                        <a:t>BROWNE GROUP</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200" b="1" i="0" u="none" strike="noStrike" kern="1200" cap="none" spc="0" normalizeH="0" baseline="0" noProof="0" dirty="0">
                          <a:ln>
                            <a:noFill/>
                          </a:ln>
                          <a:solidFill>
                            <a:srgbClr val="005892"/>
                          </a:solidFill>
                          <a:effectLst/>
                          <a:uLnTx/>
                          <a:uFillTx/>
                          <a:latin typeface="Segoe UI" panose="020B0502040204020203" pitchFamily="34" charset="0"/>
                          <a:ea typeface="+mn-ea"/>
                          <a:cs typeface="Segoe UI" panose="020B0502040204020203" pitchFamily="34" charset="0"/>
                        </a:rPr>
                        <a:t>CHIGGIATO SPA - Comunicación con cliente 3PL</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200" b="1"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rPr>
                        <a:t>CRODA IBERICA</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rPr>
                        <a:t>ELESA FRANCE - Adding two new Vertical Cabinets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200" b="1"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rPr>
                        <a:t>GLM COMMERCE - Integración </a:t>
                      </a:r>
                      <a:r>
                        <a:rPr kumimoji="0" lang="es-ES" sz="1200" b="1" i="0" u="none" strike="noStrike" kern="1200" cap="none" spc="0" normalizeH="0" baseline="0" noProof="0" dirty="0" err="1">
                          <a:ln>
                            <a:noFill/>
                          </a:ln>
                          <a:solidFill>
                            <a:schemeClr val="tx1"/>
                          </a:solidFill>
                          <a:effectLst/>
                          <a:uLnTx/>
                          <a:uFillTx/>
                          <a:latin typeface="Segoe UI" panose="020B0502040204020203" pitchFamily="34" charset="0"/>
                          <a:ea typeface="+mn-ea"/>
                          <a:cs typeface="Segoe UI" panose="020B0502040204020203" pitchFamily="34" charset="0"/>
                        </a:rPr>
                        <a:t>Multi-agencia</a:t>
                      </a:r>
                      <a:endParaRPr kumimoji="0" lang="es-ES" sz="1200" b="1"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200" b="1"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rPr>
                        <a:t>LEK S.A.</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200" b="1"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rPr>
                        <a:t>MAQUITEN, S.A. - Puntos 2,3,7,13,14</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200" b="1"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rPr>
                        <a:t>OBREROL, S.A.</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200" b="1"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rPr>
                        <a:t>OSHKOSH DEFENSE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200" b="1"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rPr>
                        <a:t>PRIM - Nueva agencia Eurotranspharma</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200" b="1"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rPr>
                        <a:t>SEPAL S.P.A.</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200" b="1"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rPr>
                        <a:t>ZUKAN – Actualización EasyWMS</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200" b="1"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rPr>
                        <a:t>DIAGER</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200" b="1"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rPr>
                        <a:t>EL PASTORET DE LA SEGARRA, S.L.</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200" b="1"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rPr>
                        <a:t>FRIMAR PANADEROS SL - Modificar asignación stock</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200" b="1"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rPr>
                        <a:t>MAQUITEN, S.A.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200" b="1"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rPr>
                        <a:t>SEPAL</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200" b="1"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rPr>
                        <a:t>TRUCK AND WHEEL MEXICO - Migración NUCLEO-SAP</a:t>
                      </a:r>
                    </a:p>
                  </a:txBody>
                  <a:tcPr anchor="ctr"/>
                </a:tc>
                <a:extLst>
                  <a:ext uri="{0D108BD9-81ED-4DB2-BD59-A6C34878D82A}">
                    <a16:rowId xmlns:a16="http://schemas.microsoft.com/office/drawing/2014/main" val="3422805519"/>
                  </a:ext>
                </a:extLst>
              </a:tr>
              <a:tr h="964339">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s-ES" b="1" noProof="0" dirty="0"/>
                        <a:t>&gt;400 h</a:t>
                      </a:r>
                    </a:p>
                    <a:p>
                      <a:pPr algn="r"/>
                      <a:endParaRPr lang="es-ES" b="1" noProof="0" dirty="0"/>
                    </a:p>
                  </a:txBody>
                  <a:tcPr anchor="ctr">
                    <a:lnL w="12700" cmpd="sng">
                      <a:noFill/>
                    </a:lnL>
                    <a:lnB w="12700" cmpd="sng">
                      <a:noFill/>
                    </a:lnB>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100" b="1" i="0" u="none" strike="noStrike" kern="1200" cap="none" spc="0" normalizeH="0" baseline="0" noProof="0" dirty="0">
                          <a:ln>
                            <a:noFill/>
                          </a:ln>
                          <a:solidFill>
                            <a:srgbClr val="005892"/>
                          </a:solidFill>
                          <a:effectLst/>
                          <a:uLnTx/>
                          <a:uFillTx/>
                          <a:latin typeface="Segoe UI" panose="020B0502040204020203" pitchFamily="34" charset="0"/>
                          <a:ea typeface="+mn-ea"/>
                          <a:cs typeface="Segoe UI" panose="020B0502040204020203" pitchFamily="34" charset="0"/>
                        </a:rPr>
                        <a:t>ICESTAR - Medellin II ( Bolsa horas)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100" b="1"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rPr>
                        <a:t>IMBISA – Bolsa horas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dirty="0">
                          <a:ln>
                            <a:noFill/>
                          </a:ln>
                          <a:solidFill>
                            <a:srgbClr val="005892"/>
                          </a:solidFill>
                          <a:effectLst/>
                          <a:uLnTx/>
                          <a:uFillTx/>
                          <a:latin typeface="Segoe UI" panose="020B0502040204020203" pitchFamily="34" charset="0"/>
                          <a:ea typeface="+mn-ea"/>
                          <a:cs typeface="Segoe UI" panose="020B0502040204020203" pitchFamily="34" charset="0"/>
                        </a:rPr>
                        <a:t>BY DEMES, S.L.U. - Migración EasyWMS web</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100" b="1" i="0" u="none" strike="noStrike" kern="1200" cap="none" spc="0" normalizeH="0" baseline="0" noProof="0" dirty="0">
                          <a:ln>
                            <a:noFill/>
                          </a:ln>
                          <a:solidFill>
                            <a:srgbClr val="005892"/>
                          </a:solidFill>
                          <a:effectLst/>
                          <a:uLnTx/>
                          <a:uFillTx/>
                          <a:latin typeface="Segoe UI" panose="020B0502040204020203" pitchFamily="34" charset="0"/>
                          <a:ea typeface="+mn-ea"/>
                          <a:cs typeface="Segoe UI" panose="020B0502040204020203" pitchFamily="34" charset="0"/>
                        </a:rPr>
                        <a:t>PECUSAM DISTRIBUCION</a:t>
                      </a:r>
                    </a:p>
                  </a:txBody>
                  <a:tcPr anchor="ctr">
                    <a:lnB w="12700" cmpd="sng">
                      <a:noFill/>
                    </a:lnB>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200" b="1"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rPr>
                        <a:t>TIMBRADOS VALENCIA SL - Migración Web</a:t>
                      </a:r>
                    </a:p>
                  </a:txBody>
                  <a:tcPr anchor="ctr">
                    <a:lnB w="12700" cmpd="sng">
                      <a:noFill/>
                    </a:lnB>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200" b="1"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rPr>
                        <a:t>PORCELANOSA SAU - Modificación puestos de picking</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rPr>
                        <a:t>JIM SPORTS TECHNOLOGY, S.L.- Agencias</a:t>
                      </a:r>
                      <a:endParaRPr kumimoji="0" lang="es-ES" sz="1200" b="1"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B w="12700" cmpd="sng">
                      <a:noFill/>
                    </a:lnB>
                  </a:tcPr>
                </a:tc>
                <a:extLst>
                  <a:ext uri="{0D108BD9-81ED-4DB2-BD59-A6C34878D82A}">
                    <a16:rowId xmlns:a16="http://schemas.microsoft.com/office/drawing/2014/main" val="2843954610"/>
                  </a:ext>
                </a:extLst>
              </a:tr>
            </a:tbl>
          </a:graphicData>
        </a:graphic>
      </p:graphicFrame>
    </p:spTree>
    <p:extLst>
      <p:ext uri="{BB962C8B-B14F-4D97-AF65-F5344CB8AC3E}">
        <p14:creationId xmlns:p14="http://schemas.microsoft.com/office/powerpoint/2010/main" val="331240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CuadroTexto 137">
            <a:extLst>
              <a:ext uri="{FF2B5EF4-FFF2-40B4-BE49-F238E27FC236}">
                <a16:creationId xmlns:a16="http://schemas.microsoft.com/office/drawing/2014/main" id="{719ACDDE-B06C-055E-5AA7-3FE66521F5A2}"/>
              </a:ext>
            </a:extLst>
          </p:cNvPr>
          <p:cNvSpPr txBox="1"/>
          <p:nvPr/>
        </p:nvSpPr>
        <p:spPr>
          <a:xfrm>
            <a:off x="534563" y="255103"/>
            <a:ext cx="6178550" cy="276999"/>
          </a:xfrm>
          <a:prstGeom prst="rect">
            <a:avLst/>
          </a:prstGeom>
          <a:noFill/>
        </p:spPr>
        <p:txBody>
          <a:bodyPr wrap="square" lIns="0" rIns="0">
            <a:spAutoFit/>
          </a:bodyPr>
          <a:lstStyle/>
          <a:p>
            <a:r>
              <a:rPr lang="es-ES" sz="1200" noProof="0" dirty="0">
                <a:solidFill>
                  <a:schemeClr val="bg1">
                    <a:lumMod val="50000"/>
                  </a:schemeClr>
                </a:solidFill>
                <a:latin typeface="Arial" panose="020B0604020202020204" pitchFamily="34" charset="0"/>
                <a:ea typeface="Arial"/>
                <a:cs typeface="Arial" panose="020B0604020202020204" pitchFamily="34" charset="0"/>
              </a:rPr>
              <a:t>AMPLIACIONES</a:t>
            </a:r>
            <a:endParaRPr lang="es-ES" sz="1200" b="0" i="0" strike="noStrike" cap="none" spc="0" baseline="0" noProof="0" dirty="0">
              <a:solidFill>
                <a:schemeClr val="bg1">
                  <a:lumMod val="50000"/>
                </a:schemeClr>
              </a:solidFill>
              <a:effectLst/>
              <a:latin typeface="Arial" panose="020B0604020202020204" pitchFamily="34" charset="0"/>
              <a:ea typeface="Arial"/>
              <a:cs typeface="Arial" panose="020B0604020202020204" pitchFamily="34" charset="0"/>
            </a:endParaRPr>
          </a:p>
        </p:txBody>
      </p:sp>
      <p:sp>
        <p:nvSpPr>
          <p:cNvPr id="139" name="Título 8">
            <a:extLst>
              <a:ext uri="{FF2B5EF4-FFF2-40B4-BE49-F238E27FC236}">
                <a16:creationId xmlns:a16="http://schemas.microsoft.com/office/drawing/2014/main" id="{A32EA241-5E6E-9F8A-5D87-38081E42DA4E}"/>
              </a:ext>
            </a:extLst>
          </p:cNvPr>
          <p:cNvSpPr txBox="1"/>
          <p:nvPr/>
        </p:nvSpPr>
        <p:spPr>
          <a:xfrm>
            <a:off x="534563" y="861910"/>
            <a:ext cx="10159104" cy="536362"/>
          </a:xfrm>
          <a:prstGeom prst="rect">
            <a:avLst/>
          </a:prstGeom>
        </p:spPr>
        <p:txBody>
          <a:bodyPr vert="horz" wrap="none" lIns="0" tIns="0" rIns="0" bIns="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ts val="2800"/>
              </a:lnSpc>
            </a:pPr>
            <a:r>
              <a:rPr lang="es-ES" sz="2200" b="1" i="0" strike="noStrike" cap="all" spc="0" baseline="0" noProof="0" dirty="0">
                <a:solidFill>
                  <a:srgbClr val="005198"/>
                </a:solidFill>
                <a:effectLst/>
                <a:latin typeface="Arial" panose="020B0604020202020204" pitchFamily="34" charset="0"/>
                <a:ea typeface="Arial"/>
                <a:cs typeface="Arial" panose="020B0604020202020204" pitchFamily="34" charset="0"/>
              </a:rPr>
              <a:t>Objetivos GO-LIVE</a:t>
            </a:r>
          </a:p>
          <a:p>
            <a:pPr>
              <a:lnSpc>
                <a:spcPts val="3400"/>
              </a:lnSpc>
            </a:pPr>
            <a:endParaRPr lang="es-ES" sz="2200" b="1" i="0" strike="noStrike" cap="all" spc="0" baseline="0" noProof="0" dirty="0">
              <a:solidFill>
                <a:srgbClr val="005198"/>
              </a:solidFill>
              <a:effectLst/>
              <a:latin typeface="Arial" panose="020B0604020202020204" pitchFamily="34" charset="0"/>
              <a:ea typeface="Arial"/>
              <a:cs typeface="Arial" panose="020B0604020202020204" pitchFamily="34" charset="0"/>
            </a:endParaRPr>
          </a:p>
        </p:txBody>
      </p:sp>
      <p:cxnSp>
        <p:nvCxnSpPr>
          <p:cNvPr id="140" name="Conector recto 139">
            <a:extLst>
              <a:ext uri="{FF2B5EF4-FFF2-40B4-BE49-F238E27FC236}">
                <a16:creationId xmlns:a16="http://schemas.microsoft.com/office/drawing/2014/main" id="{ABFADFF7-D7C9-0756-4361-47FB190267C3}"/>
              </a:ext>
            </a:extLst>
          </p:cNvPr>
          <p:cNvCxnSpPr/>
          <p:nvPr/>
        </p:nvCxnSpPr>
        <p:spPr>
          <a:xfrm>
            <a:off x="546867" y="831096"/>
            <a:ext cx="354273" cy="0"/>
          </a:xfrm>
          <a:prstGeom prst="line">
            <a:avLst/>
          </a:prstGeom>
          <a:ln w="31750">
            <a:solidFill>
              <a:srgbClr val="FA6900"/>
            </a:solidFill>
          </a:ln>
        </p:spPr>
        <p:style>
          <a:lnRef idx="1">
            <a:schemeClr val="accent1"/>
          </a:lnRef>
          <a:fillRef idx="0">
            <a:schemeClr val="accent1"/>
          </a:fillRef>
          <a:effectRef idx="0">
            <a:schemeClr val="accent1"/>
          </a:effectRef>
          <a:fontRef idx="minor">
            <a:schemeClr val="tx1"/>
          </a:fontRef>
        </p:style>
      </p:cxnSp>
      <p:sp>
        <p:nvSpPr>
          <p:cNvPr id="141" name="Marcador de número de diapositiva 3">
            <a:extLst>
              <a:ext uri="{FF2B5EF4-FFF2-40B4-BE49-F238E27FC236}">
                <a16:creationId xmlns:a16="http://schemas.microsoft.com/office/drawing/2014/main" id="{10EC2D02-8D7A-060B-5D8F-A7CFC45F8911}"/>
              </a:ext>
            </a:extLst>
          </p:cNvPr>
          <p:cNvSpPr>
            <a:spLocks noGrp="1"/>
          </p:cNvSpPr>
          <p:nvPr>
            <p:ph type="sldNum" sz="quarter" idx="4"/>
          </p:nvPr>
        </p:nvSpPr>
        <p:spPr>
          <a:xfrm>
            <a:off x="191344" y="6477216"/>
            <a:ext cx="505019" cy="180000"/>
          </a:xfrm>
          <a:prstGeom prst="rect">
            <a:avLst/>
          </a:prstGeom>
        </p:spPr>
        <p:txBody>
          <a:bodyPr vert="horz" lIns="0" tIns="0" rIns="0" bIns="0" rtlCol="0" anchor="ctr"/>
          <a:lstStyle>
            <a:defPPr>
              <a:defRPr lang="en-US"/>
            </a:defPPr>
            <a:lvl1pPr marL="0" algn="r" defTabSz="457200" rtl="0" eaLnBrk="1" latinLnBrk="0" hangingPunct="1">
              <a:defRPr sz="1050" b="1" kern="1200">
                <a:solidFill>
                  <a:srgbClr val="005198"/>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569C854-9955-467A-873C-E541C97C6FA2}" type="slidenum">
              <a:rPr lang="es-ES" noProof="0" smtClean="0">
                <a:latin typeface="Arial" panose="020B0604020202020204" pitchFamily="34" charset="0"/>
                <a:cs typeface="Arial" panose="020B0604020202020204" pitchFamily="34" charset="0"/>
              </a:rPr>
              <a:t>15</a:t>
            </a:fld>
            <a:endParaRPr lang="es-ES" noProof="0" dirty="0">
              <a:latin typeface="Arial" panose="020B0604020202020204" pitchFamily="34" charset="0"/>
              <a:cs typeface="Arial" panose="020B0604020202020204" pitchFamily="34" charset="0"/>
            </a:endParaRPr>
          </a:p>
        </p:txBody>
      </p:sp>
      <p:sp>
        <p:nvSpPr>
          <p:cNvPr id="2" name="Marcador de pie de página 2">
            <a:extLst>
              <a:ext uri="{FF2B5EF4-FFF2-40B4-BE49-F238E27FC236}">
                <a16:creationId xmlns:a16="http://schemas.microsoft.com/office/drawing/2014/main" id="{48AA4F43-C571-B0D2-B3BC-C74A0E4A8DBC}"/>
              </a:ext>
            </a:extLst>
          </p:cNvPr>
          <p:cNvSpPr>
            <a:spLocks noGrp="1"/>
          </p:cNvSpPr>
          <p:nvPr>
            <p:ph type="ftr" sz="quarter" idx="3"/>
          </p:nvPr>
        </p:nvSpPr>
        <p:spPr>
          <a:xfrm>
            <a:off x="766800" y="6441673"/>
            <a:ext cx="7153350" cy="322448"/>
          </a:xfrm>
        </p:spPr>
        <p:txBody>
          <a:bodyPr/>
          <a:lstStyle/>
          <a:p>
            <a:r>
              <a:rPr lang="es-ES" sz="1050" b="0" i="0" strike="noStrike" cap="none" spc="0" baseline="0" noProof="0" dirty="0">
                <a:solidFill>
                  <a:srgbClr val="005198"/>
                </a:solidFill>
                <a:effectLst/>
                <a:ea typeface="Arial"/>
              </a:rPr>
              <a:t>INNOVATION IN WAREHOUSING AND SUPPLY CHAIN</a:t>
            </a:r>
            <a:endParaRPr lang="es-ES" noProof="0" dirty="0"/>
          </a:p>
        </p:txBody>
      </p:sp>
      <p:graphicFrame>
        <p:nvGraphicFramePr>
          <p:cNvPr id="10" name="Tabla 9">
            <a:extLst>
              <a:ext uri="{FF2B5EF4-FFF2-40B4-BE49-F238E27FC236}">
                <a16:creationId xmlns:a16="http://schemas.microsoft.com/office/drawing/2014/main" id="{14A31531-CD3B-A728-15A3-3BE6DDF1EF57}"/>
              </a:ext>
            </a:extLst>
          </p:cNvPr>
          <p:cNvGraphicFramePr>
            <a:graphicFrameLocks noGrp="1"/>
          </p:cNvGraphicFramePr>
          <p:nvPr>
            <p:extLst>
              <p:ext uri="{D42A27DB-BD31-4B8C-83A1-F6EECF244321}">
                <p14:modId xmlns:p14="http://schemas.microsoft.com/office/powerpoint/2010/main" val="55723716"/>
              </p:ext>
            </p:extLst>
          </p:nvPr>
        </p:nvGraphicFramePr>
        <p:xfrm>
          <a:off x="546866" y="1231458"/>
          <a:ext cx="11110571" cy="5612161"/>
        </p:xfrm>
        <a:graphic>
          <a:graphicData uri="http://schemas.openxmlformats.org/drawingml/2006/table">
            <a:tbl>
              <a:tblPr firstRow="1" bandRow="1">
                <a:tableStyleId>{5940675A-B579-460E-94D1-54222C63F5DA}</a:tableStyleId>
              </a:tblPr>
              <a:tblGrid>
                <a:gridCol w="1434253">
                  <a:extLst>
                    <a:ext uri="{9D8B030D-6E8A-4147-A177-3AD203B41FA5}">
                      <a16:colId xmlns:a16="http://schemas.microsoft.com/office/drawing/2014/main" val="1595966463"/>
                    </a:ext>
                  </a:extLst>
                </a:gridCol>
                <a:gridCol w="3059231">
                  <a:extLst>
                    <a:ext uri="{9D8B030D-6E8A-4147-A177-3AD203B41FA5}">
                      <a16:colId xmlns:a16="http://schemas.microsoft.com/office/drawing/2014/main" val="2215102282"/>
                    </a:ext>
                  </a:extLst>
                </a:gridCol>
                <a:gridCol w="3308227">
                  <a:extLst>
                    <a:ext uri="{9D8B030D-6E8A-4147-A177-3AD203B41FA5}">
                      <a16:colId xmlns:a16="http://schemas.microsoft.com/office/drawing/2014/main" val="204954377"/>
                    </a:ext>
                  </a:extLst>
                </a:gridCol>
                <a:gridCol w="3308860">
                  <a:extLst>
                    <a:ext uri="{9D8B030D-6E8A-4147-A177-3AD203B41FA5}">
                      <a16:colId xmlns:a16="http://schemas.microsoft.com/office/drawing/2014/main" val="2226036248"/>
                    </a:ext>
                  </a:extLst>
                </a:gridCol>
              </a:tblGrid>
              <a:tr h="526952">
                <a:tc>
                  <a:txBody>
                    <a:bodyPr/>
                    <a:lstStyle/>
                    <a:p>
                      <a:endParaRPr lang="es-ES" noProof="0" dirty="0"/>
                    </a:p>
                  </a:txBody>
                  <a:tcPr>
                    <a:lnL w="12700" cap="flat" cmpd="sng" algn="ctr">
                      <a:noFill/>
                      <a:prstDash val="solid"/>
                      <a:round/>
                      <a:headEnd type="none" w="med" len="med"/>
                      <a:tailEnd type="none" w="med" len="med"/>
                    </a:lnL>
                    <a:lnT w="12700" cmpd="sng">
                      <a:noFill/>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800" b="1" kern="1200" noProof="0" dirty="0">
                          <a:solidFill>
                            <a:schemeClr val="tx1"/>
                          </a:solidFill>
                          <a:latin typeface="Segoe UI" panose="020B0502040204020203" pitchFamily="34" charset="0"/>
                          <a:ea typeface="+mn-ea"/>
                          <a:cs typeface="Segoe UI" panose="020B0502040204020203" pitchFamily="34" charset="0"/>
                        </a:rPr>
                        <a:t>SEPTIEMBRE</a:t>
                      </a:r>
                    </a:p>
                  </a:txBody>
                  <a:tcPr anchor="ctr">
                    <a:lnT w="12700" cmpd="sng">
                      <a:noFill/>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800" b="1" kern="1200" noProof="0" dirty="0">
                          <a:solidFill>
                            <a:schemeClr val="tx1"/>
                          </a:solidFill>
                          <a:latin typeface="Segoe UI" panose="020B0502040204020203" pitchFamily="34" charset="0"/>
                          <a:ea typeface="+mn-ea"/>
                          <a:cs typeface="Segoe UI" panose="020B0502040204020203" pitchFamily="34" charset="0"/>
                        </a:rPr>
                        <a:t>OCTUBRE</a:t>
                      </a:r>
                    </a:p>
                  </a:txBody>
                  <a:tcPr anchor="ctr">
                    <a:lnT w="12700" cmpd="sng">
                      <a:noFill/>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800" b="1" kern="1200" noProof="0" dirty="0">
                          <a:solidFill>
                            <a:schemeClr val="tx1"/>
                          </a:solidFill>
                          <a:latin typeface="Segoe UI" panose="020B0502040204020203" pitchFamily="34" charset="0"/>
                          <a:ea typeface="+mn-ea"/>
                          <a:cs typeface="Segoe UI" panose="020B0502040204020203" pitchFamily="34" charset="0"/>
                        </a:rPr>
                        <a:t>NOVIEMBRE</a:t>
                      </a:r>
                    </a:p>
                  </a:txBody>
                  <a:tcPr anchor="ctr">
                    <a:lnT w="12700" cmpd="sng">
                      <a:noFill/>
                    </a:lnT>
                  </a:tcPr>
                </a:tc>
                <a:extLst>
                  <a:ext uri="{0D108BD9-81ED-4DB2-BD59-A6C34878D82A}">
                    <a16:rowId xmlns:a16="http://schemas.microsoft.com/office/drawing/2014/main" val="3582796379"/>
                  </a:ext>
                </a:extLst>
              </a:tr>
              <a:tr h="430059">
                <a:tc>
                  <a:txBody>
                    <a:bodyPr/>
                    <a:lstStyle/>
                    <a:p>
                      <a:pPr algn="r"/>
                      <a:r>
                        <a:rPr lang="es-ES" b="1" noProof="0" dirty="0"/>
                        <a:t>&lt;100 h</a:t>
                      </a:r>
                    </a:p>
                  </a:txBody>
                  <a:tcPr anchor="ctr">
                    <a:lnL w="12700" cmpd="sng">
                      <a:noFill/>
                    </a:ln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800" b="1" kern="1200" noProof="0" dirty="0">
                          <a:solidFill>
                            <a:schemeClr val="tx1"/>
                          </a:solidFill>
                          <a:latin typeface="Segoe UI" panose="020B0502040204020203" pitchFamily="34" charset="0"/>
                          <a:ea typeface="+mn-ea"/>
                          <a:cs typeface="Segoe UI" panose="020B0502040204020203" pitchFamily="34" charset="0"/>
                        </a:rPr>
                        <a:t>30 (</a:t>
                      </a:r>
                      <a:r>
                        <a:rPr lang="es-ES" sz="1800" b="1" kern="1200" noProof="0" dirty="0">
                          <a:solidFill>
                            <a:srgbClr val="005892"/>
                          </a:solidFill>
                          <a:latin typeface="Segoe UI" panose="020B0502040204020203" pitchFamily="34" charset="0"/>
                          <a:ea typeface="+mn-ea"/>
                          <a:cs typeface="Segoe UI" panose="020B0502040204020203" pitchFamily="34" charset="0"/>
                        </a:rPr>
                        <a:t>conseguidos 21</a:t>
                      </a:r>
                      <a:r>
                        <a:rPr lang="es-ES" sz="1800" b="1" kern="1200" noProof="0" dirty="0">
                          <a:solidFill>
                            <a:schemeClr val="tx1"/>
                          </a:solidFill>
                          <a:latin typeface="Segoe UI" panose="020B0502040204020203" pitchFamily="34" charset="0"/>
                          <a:ea typeface="+mn-ea"/>
                          <a:cs typeface="Segoe UI" panose="020B0502040204020203" pitchFamily="34" charset="0"/>
                        </a:rPr>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800" b="1" kern="1200" noProof="0" dirty="0">
                          <a:solidFill>
                            <a:schemeClr val="tx1"/>
                          </a:solidFill>
                          <a:latin typeface="Segoe UI" panose="020B0502040204020203" pitchFamily="34" charset="0"/>
                          <a:ea typeface="+mn-ea"/>
                          <a:cs typeface="Segoe UI" panose="020B0502040204020203" pitchFamily="34" charset="0"/>
                        </a:rPr>
                        <a:t>27 (</a:t>
                      </a:r>
                      <a:r>
                        <a:rPr lang="es-ES" sz="1800" b="1" kern="1200" noProof="0" dirty="0">
                          <a:solidFill>
                            <a:srgbClr val="005892"/>
                          </a:solidFill>
                          <a:latin typeface="Segoe UI" panose="020B0502040204020203" pitchFamily="34" charset="0"/>
                          <a:ea typeface="+mn-ea"/>
                          <a:cs typeface="Segoe UI" panose="020B0502040204020203" pitchFamily="34" charset="0"/>
                        </a:rPr>
                        <a:t>conseguidos 8</a:t>
                      </a:r>
                      <a:r>
                        <a:rPr lang="es-ES" sz="1800" b="1" kern="1200" noProof="0" dirty="0">
                          <a:solidFill>
                            <a:schemeClr val="tx1"/>
                          </a:solidFill>
                          <a:latin typeface="Segoe UI" panose="020B0502040204020203" pitchFamily="34" charset="0"/>
                          <a:ea typeface="+mn-ea"/>
                          <a:cs typeface="Segoe UI" panose="020B0502040204020203" pitchFamily="34" charset="0"/>
                        </a:rPr>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800" b="1" kern="1200" noProof="0" dirty="0">
                          <a:solidFill>
                            <a:schemeClr val="tx1"/>
                          </a:solidFill>
                          <a:latin typeface="Segoe UI" panose="020B0502040204020203" pitchFamily="34" charset="0"/>
                          <a:ea typeface="+mn-ea"/>
                          <a:cs typeface="Segoe UI" panose="020B0502040204020203" pitchFamily="34" charset="0"/>
                        </a:rPr>
                        <a:t>3</a:t>
                      </a:r>
                    </a:p>
                  </a:txBody>
                  <a:tcPr anchor="ctr"/>
                </a:tc>
                <a:extLst>
                  <a:ext uri="{0D108BD9-81ED-4DB2-BD59-A6C34878D82A}">
                    <a16:rowId xmlns:a16="http://schemas.microsoft.com/office/drawing/2014/main" val="124833620"/>
                  </a:ext>
                </a:extLst>
              </a:tr>
              <a:tr h="1603424">
                <a:tc>
                  <a:txBody>
                    <a:bodyPr/>
                    <a:lstStyle/>
                    <a:p>
                      <a:pPr algn="r"/>
                      <a:r>
                        <a:rPr lang="es-ES" b="1" noProof="0" dirty="0"/>
                        <a:t>Entre 100 y 400 h</a:t>
                      </a:r>
                    </a:p>
                  </a:txBody>
                  <a:tcPr>
                    <a:lnL w="12700" cmpd="sng">
                      <a:noFill/>
                    </a:ln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100" b="1" kern="1200" noProof="0" dirty="0">
                          <a:solidFill>
                            <a:srgbClr val="FF8205"/>
                          </a:solidFill>
                          <a:latin typeface="Segoe UI" panose="020B0502040204020203" pitchFamily="34" charset="0"/>
                          <a:ea typeface="+mn-ea"/>
                          <a:cs typeface="Segoe UI" panose="020B0502040204020203" pitchFamily="34" charset="0"/>
                        </a:rPr>
                        <a:t>PANIFICADORA DE ALCALA SL- Varios desarrollos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100" b="1" kern="1200" noProof="0" dirty="0">
                          <a:solidFill>
                            <a:srgbClr val="005892"/>
                          </a:solidFill>
                          <a:latin typeface="Segoe UI" panose="020B0502040204020203" pitchFamily="34" charset="0"/>
                          <a:ea typeface="+mn-ea"/>
                          <a:cs typeface="Segoe UI" panose="020B0502040204020203" pitchFamily="34" charset="0"/>
                        </a:rPr>
                        <a:t>BY DEMES – Agencias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100" b="1" kern="1200" noProof="0" dirty="0">
                          <a:solidFill>
                            <a:srgbClr val="FF8205"/>
                          </a:solidFill>
                          <a:latin typeface="Segoe UI" panose="020B0502040204020203" pitchFamily="34" charset="0"/>
                          <a:ea typeface="+mn-ea"/>
                          <a:cs typeface="Segoe UI" panose="020B0502040204020203" pitchFamily="34" charset="0"/>
                        </a:rPr>
                        <a:t>EUROPASTRY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100" b="1" kern="1200" noProof="0" dirty="0">
                          <a:solidFill>
                            <a:srgbClr val="005892"/>
                          </a:solidFill>
                          <a:latin typeface="Segoe UI" panose="020B0502040204020203" pitchFamily="34" charset="0"/>
                          <a:ea typeface="+mn-ea"/>
                          <a:cs typeface="Segoe UI" panose="020B0502040204020203" pitchFamily="34" charset="0"/>
                        </a:rPr>
                        <a:t>MICHAUD CHAILLY</a:t>
                      </a:r>
                      <a:endParaRPr lang="pt-BR" sz="1100" b="1" kern="1200" noProof="0" dirty="0">
                        <a:solidFill>
                          <a:srgbClr val="005892"/>
                        </a:solidFill>
                        <a:latin typeface="Segoe UI" panose="020B0502040204020203" pitchFamily="34" charset="0"/>
                        <a:ea typeface="+mn-ea"/>
                        <a:cs typeface="Segoe UI" panose="020B0502040204020203"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100" b="1" kern="1200" noProof="0" dirty="0">
                          <a:solidFill>
                            <a:srgbClr val="005892"/>
                          </a:solidFill>
                          <a:latin typeface="Segoe UI" panose="020B0502040204020203" pitchFamily="34" charset="0"/>
                          <a:ea typeface="+mn-ea"/>
                          <a:cs typeface="Segoe UI" panose="020B0502040204020203" pitchFamily="34" charset="0"/>
                        </a:rPr>
                        <a:t>NSE – Producción</a:t>
                      </a:r>
                    </a:p>
                  </a:txBody>
                  <a:tcPr anchor="ct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100" b="1" kern="1200" noProof="0" dirty="0">
                          <a:solidFill>
                            <a:schemeClr val="tx1"/>
                          </a:solidFill>
                          <a:latin typeface="Segoe UI" panose="020B0502040204020203" pitchFamily="34" charset="0"/>
                          <a:ea typeface="+mn-ea"/>
                          <a:cs typeface="Segoe UI" panose="020B0502040204020203" pitchFamily="34" charset="0"/>
                        </a:rPr>
                        <a:t>ALZAMORA CARTON PACKAGING SAU</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100" b="1" kern="1200" noProof="0" dirty="0">
                          <a:solidFill>
                            <a:schemeClr val="tx1"/>
                          </a:solidFill>
                          <a:latin typeface="Segoe UI" panose="020B0502040204020203" pitchFamily="34" charset="0"/>
                          <a:ea typeface="+mn-ea"/>
                          <a:cs typeface="Segoe UI" panose="020B0502040204020203" pitchFamily="34" charset="0"/>
                        </a:rPr>
                        <a:t>BIEFFE MEDITAL, S.A.</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100" b="1" kern="1200" noProof="0" dirty="0">
                          <a:solidFill>
                            <a:srgbClr val="005892"/>
                          </a:solidFill>
                          <a:latin typeface="Segoe UI" panose="020B0502040204020203" pitchFamily="34" charset="0"/>
                          <a:ea typeface="+mn-ea"/>
                          <a:cs typeface="Segoe UI" panose="020B0502040204020203" pitchFamily="34" charset="0"/>
                        </a:rPr>
                        <a:t>CHIGGIATO SPA - Comunicación con cliente 3PL</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100" b="1" kern="1200" noProof="0" dirty="0">
                          <a:solidFill>
                            <a:srgbClr val="005892"/>
                          </a:solidFill>
                          <a:latin typeface="Segoe UI" panose="020B0502040204020203" pitchFamily="34" charset="0"/>
                          <a:ea typeface="+mn-ea"/>
                          <a:cs typeface="Segoe UI" panose="020B0502040204020203" pitchFamily="34" charset="0"/>
                        </a:rPr>
                        <a:t>EUROPASTRY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100" b="1" kern="1200" noProof="0" dirty="0">
                          <a:solidFill>
                            <a:schemeClr val="tx1"/>
                          </a:solidFill>
                          <a:latin typeface="Segoe UI" panose="020B0502040204020203" pitchFamily="34" charset="0"/>
                          <a:ea typeface="+mn-ea"/>
                          <a:cs typeface="Segoe UI" panose="020B0502040204020203" pitchFamily="34" charset="0"/>
                        </a:rPr>
                        <a:t>GLM COMMERCE - Integración Multiagencia</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sv-SE" sz="1100" b="1" kern="1200" noProof="0" dirty="0">
                          <a:solidFill>
                            <a:schemeClr val="tx1"/>
                          </a:solidFill>
                          <a:latin typeface="Segoe UI" panose="020B0502040204020203" pitchFamily="34" charset="0"/>
                          <a:ea typeface="+mn-ea"/>
                          <a:cs typeface="Segoe UI" panose="020B0502040204020203" pitchFamily="34" charset="0"/>
                        </a:rPr>
                        <a:t>ICESTAR - Medellin II ( Bolsa horas)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sv-SE" sz="1100" b="1" kern="1200" noProof="0" dirty="0">
                          <a:solidFill>
                            <a:schemeClr val="tx1"/>
                          </a:solidFill>
                          <a:latin typeface="Segoe UI" panose="020B0502040204020203" pitchFamily="34" charset="0"/>
                          <a:ea typeface="+mn-ea"/>
                          <a:cs typeface="Segoe UI" panose="020B0502040204020203" pitchFamily="34" charset="0"/>
                        </a:rPr>
                        <a:t>IMBISA – (Bolsa horas)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sv-SE" sz="1100" b="1" kern="1200" noProof="0" dirty="0">
                          <a:solidFill>
                            <a:schemeClr val="tx1"/>
                          </a:solidFill>
                          <a:latin typeface="Segoe UI" panose="020B0502040204020203" pitchFamily="34" charset="0"/>
                          <a:ea typeface="+mn-ea"/>
                          <a:cs typeface="Segoe UI" panose="020B0502040204020203" pitchFamily="34" charset="0"/>
                        </a:rPr>
                        <a:t>LEK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100" b="1" kern="1200" noProof="0" dirty="0">
                          <a:solidFill>
                            <a:schemeClr val="tx1"/>
                          </a:solidFill>
                          <a:latin typeface="Segoe UI" panose="020B0502040204020203" pitchFamily="34" charset="0"/>
                          <a:ea typeface="+mn-ea"/>
                          <a:cs typeface="Segoe UI" panose="020B0502040204020203" pitchFamily="34" charset="0"/>
                        </a:rPr>
                        <a:t>MAQUITEN, S.A. - Puntos 2,3,7,13,14</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100" b="1" kern="1200" noProof="0" dirty="0">
                          <a:solidFill>
                            <a:schemeClr val="tx1"/>
                          </a:solidFill>
                          <a:latin typeface="Segoe UI" panose="020B0502040204020203" pitchFamily="34" charset="0"/>
                          <a:ea typeface="+mn-ea"/>
                          <a:cs typeface="Segoe UI" panose="020B0502040204020203" pitchFamily="34" charset="0"/>
                        </a:rPr>
                        <a:t>OBREROL – Bolsa de horas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100" b="1" kern="1200" noProof="0" dirty="0">
                          <a:solidFill>
                            <a:schemeClr val="tx1"/>
                          </a:solidFill>
                          <a:latin typeface="Segoe UI" panose="020B0502040204020203" pitchFamily="34" charset="0"/>
                          <a:ea typeface="+mn-ea"/>
                          <a:cs typeface="Segoe UI" panose="020B0502040204020203" pitchFamily="34" charset="0"/>
                        </a:rPr>
                        <a:t>OSHKOSH DEFENSE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100" b="1" kern="1200" noProof="0" dirty="0">
                          <a:solidFill>
                            <a:srgbClr val="005892"/>
                          </a:solidFill>
                          <a:latin typeface="Segoe UI" panose="020B0502040204020203" pitchFamily="34" charset="0"/>
                          <a:ea typeface="+mn-ea"/>
                          <a:cs typeface="Segoe UI" panose="020B0502040204020203" pitchFamily="34" charset="0"/>
                        </a:rPr>
                        <a:t>PANIFICADORA DE ALCALA SL- Varios desarrollos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100" b="1" kern="1200" noProof="0" dirty="0">
                          <a:solidFill>
                            <a:schemeClr val="tx1"/>
                          </a:solidFill>
                          <a:latin typeface="Segoe UI" panose="020B0502040204020203" pitchFamily="34" charset="0"/>
                          <a:ea typeface="+mn-ea"/>
                          <a:cs typeface="Segoe UI" panose="020B0502040204020203" pitchFamily="34" charset="0"/>
                        </a:rPr>
                        <a:t>PRIM - Nueva agencia Eurotranspharma</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100" b="1" kern="1200" noProof="0" dirty="0">
                          <a:solidFill>
                            <a:schemeClr val="tx1"/>
                          </a:solidFill>
                          <a:latin typeface="Segoe UI" panose="020B0502040204020203" pitchFamily="34" charset="0"/>
                          <a:ea typeface="+mn-ea"/>
                          <a:cs typeface="Segoe UI" panose="020B0502040204020203" pitchFamily="34" charset="0"/>
                        </a:rPr>
                        <a:t>SEPAL S.P.A.</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100" b="1" kern="1200" noProof="0" dirty="0">
                          <a:solidFill>
                            <a:srgbClr val="005892"/>
                          </a:solidFill>
                          <a:latin typeface="Segoe UI" panose="020B0502040204020203" pitchFamily="34" charset="0"/>
                          <a:ea typeface="+mn-ea"/>
                          <a:cs typeface="Segoe UI" panose="020B0502040204020203" pitchFamily="34" charset="0"/>
                        </a:rPr>
                        <a:t>ZARC4ENDO, S.A. - Almacén nuevo</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s-ES" sz="1100" b="1" kern="1200" noProof="0" dirty="0">
                        <a:solidFill>
                          <a:schemeClr val="tx1"/>
                        </a:solidFill>
                        <a:latin typeface="Segoe UI" panose="020B0502040204020203" pitchFamily="34" charset="0"/>
                        <a:ea typeface="+mn-ea"/>
                        <a:cs typeface="Segoe UI" panose="020B0502040204020203" pitchFamily="34" charset="0"/>
                      </a:endParaRPr>
                    </a:p>
                  </a:txBody>
                  <a:tcPr anchor="ct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100" b="1" kern="1200" noProof="0" dirty="0">
                          <a:solidFill>
                            <a:schemeClr val="tx1"/>
                          </a:solidFill>
                          <a:latin typeface="Segoe UI" panose="020B0502040204020203" pitchFamily="34" charset="0"/>
                          <a:ea typeface="+mn-ea"/>
                          <a:cs typeface="Segoe UI" panose="020B0502040204020203" pitchFamily="34" charset="0"/>
                        </a:rPr>
                        <a:t>BROWNE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100" b="1" kern="1200" noProof="0" dirty="0">
                          <a:solidFill>
                            <a:schemeClr val="tx1"/>
                          </a:solidFill>
                          <a:latin typeface="Segoe UI" panose="020B0502040204020203" pitchFamily="34" charset="0"/>
                          <a:ea typeface="+mn-ea"/>
                          <a:cs typeface="Segoe UI" panose="020B0502040204020203" pitchFamily="34" charset="0"/>
                        </a:rPr>
                        <a:t>DIAGER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1" kern="1200" noProof="0" dirty="0">
                          <a:solidFill>
                            <a:schemeClr val="tx1"/>
                          </a:solidFill>
                          <a:latin typeface="Segoe UI" panose="020B0502040204020203" pitchFamily="34" charset="0"/>
                          <a:ea typeface="+mn-ea"/>
                          <a:cs typeface="Segoe UI" panose="020B0502040204020203" pitchFamily="34" charset="0"/>
                        </a:rPr>
                        <a:t>ELESA FRANCE - Adding two new Vertical Cabinets</a:t>
                      </a:r>
                      <a:endParaRPr lang="es-ES" sz="1100" b="1" kern="1200" noProof="0" dirty="0">
                        <a:solidFill>
                          <a:schemeClr val="tx1"/>
                        </a:solidFill>
                        <a:latin typeface="Segoe UI" panose="020B0502040204020203" pitchFamily="34" charset="0"/>
                        <a:ea typeface="+mn-ea"/>
                        <a:cs typeface="Segoe UI" panose="020B0502040204020203"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100" b="1" kern="1200" noProof="0" dirty="0">
                          <a:solidFill>
                            <a:schemeClr val="tx1"/>
                          </a:solidFill>
                          <a:latin typeface="Segoe UI" panose="020B0502040204020203" pitchFamily="34" charset="0"/>
                          <a:ea typeface="+mn-ea"/>
                          <a:cs typeface="Segoe UI" panose="020B0502040204020203" pitchFamily="34" charset="0"/>
                        </a:rPr>
                        <a:t>MAQUITEN, S.A.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100" b="1" kern="1200" noProof="0" dirty="0">
                          <a:solidFill>
                            <a:schemeClr val="tx1"/>
                          </a:solidFill>
                          <a:latin typeface="Segoe UI" panose="020B0502040204020203" pitchFamily="34" charset="0"/>
                          <a:ea typeface="+mn-ea"/>
                          <a:cs typeface="Segoe UI" panose="020B0502040204020203" pitchFamily="34" charset="0"/>
                        </a:rPr>
                        <a:t>SEPAL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100" b="1" kern="1200" noProof="0" dirty="0">
                          <a:solidFill>
                            <a:schemeClr val="tx1"/>
                          </a:solidFill>
                          <a:latin typeface="Segoe UI" panose="020B0502040204020203" pitchFamily="34" charset="0"/>
                          <a:ea typeface="+mn-ea"/>
                          <a:cs typeface="Segoe UI" panose="020B0502040204020203" pitchFamily="34" charset="0"/>
                        </a:rPr>
                        <a:t>TRUCK AND WHEEL MEXICO - Migración NUCLEO-SAP</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100" b="1" kern="1200" noProof="0" dirty="0">
                          <a:solidFill>
                            <a:schemeClr val="tx1"/>
                          </a:solidFill>
                          <a:latin typeface="Segoe UI" panose="020B0502040204020203" pitchFamily="34" charset="0"/>
                          <a:ea typeface="+mn-ea"/>
                          <a:cs typeface="Segoe UI" panose="020B0502040204020203" pitchFamily="34" charset="0"/>
                        </a:rPr>
                        <a:t>ZUKAN – Actualización EasyWMS</a:t>
                      </a:r>
                    </a:p>
                  </a:txBody>
                  <a:tcPr anchor="ctr"/>
                </a:tc>
                <a:extLst>
                  <a:ext uri="{0D108BD9-81ED-4DB2-BD59-A6C34878D82A}">
                    <a16:rowId xmlns:a16="http://schemas.microsoft.com/office/drawing/2014/main" val="3422805519"/>
                  </a:ext>
                </a:extLst>
              </a:tr>
              <a:tr h="154619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s-ES" b="1" noProof="0" dirty="0"/>
                        <a:t>&gt;400 h</a:t>
                      </a:r>
                    </a:p>
                  </a:txBody>
                  <a:tcPr anchor="ctr">
                    <a:lnL w="12700" cmpd="sng">
                      <a:noFill/>
                    </a:lnL>
                    <a:lnB w="12700" cmpd="sng">
                      <a:noFill/>
                    </a:lnB>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100" b="1" kern="1200" noProof="0" dirty="0">
                          <a:solidFill>
                            <a:srgbClr val="005892"/>
                          </a:solidFill>
                          <a:latin typeface="Segoe UI" panose="020B0502040204020203" pitchFamily="34" charset="0"/>
                          <a:ea typeface="+mn-ea"/>
                          <a:cs typeface="Segoe UI" panose="020B0502040204020203" pitchFamily="34" charset="0"/>
                        </a:rPr>
                        <a:t>PORCELANOSA SAU - Migración a EasyWMS Web</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100" b="1" kern="1200" noProof="0" dirty="0">
                          <a:solidFill>
                            <a:srgbClr val="005892"/>
                          </a:solidFill>
                          <a:latin typeface="Segoe UI" panose="020B0502040204020203" pitchFamily="34" charset="0"/>
                          <a:ea typeface="+mn-ea"/>
                          <a:cs typeface="Segoe UI" panose="020B0502040204020203" pitchFamily="34" charset="0"/>
                        </a:rPr>
                        <a:t>NSE – Aftermarket Novabus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dirty="0">
                          <a:ln>
                            <a:noFill/>
                          </a:ln>
                          <a:solidFill>
                            <a:srgbClr val="005892"/>
                          </a:solidFill>
                          <a:effectLst/>
                          <a:uLnTx/>
                          <a:uFillTx/>
                          <a:latin typeface="Segoe UI" panose="020B0502040204020203" pitchFamily="34" charset="0"/>
                          <a:ea typeface="+mn-ea"/>
                          <a:cs typeface="Segoe UI" panose="020B0502040204020203" pitchFamily="34" charset="0"/>
                        </a:rPr>
                        <a:t>BY DEMES, S.L.U. - Migración EasyWMS web</a:t>
                      </a:r>
                      <a:endParaRPr kumimoji="0" lang="es-ES" sz="1100" b="1" i="0" u="none" strike="noStrike" kern="1200" cap="none" spc="0" normalizeH="0" baseline="0" noProof="0" dirty="0">
                        <a:ln>
                          <a:noFill/>
                        </a:ln>
                        <a:solidFill>
                          <a:srgbClr val="005892"/>
                        </a:solidFill>
                        <a:effectLst/>
                        <a:uLnTx/>
                        <a:uFillTx/>
                        <a:latin typeface="Segoe UI" panose="020B0502040204020203" pitchFamily="34" charset="0"/>
                        <a:ea typeface="+mn-ea"/>
                        <a:cs typeface="Segoe UI" panose="020B0502040204020203" pitchFamily="34" charset="0"/>
                      </a:endParaRPr>
                    </a:p>
                  </a:txBody>
                  <a:tcPr anchor="ctr">
                    <a:lnB w="12700" cmpd="sng">
                      <a:noFill/>
                    </a:lnB>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100" b="1" kern="1200" noProof="0" dirty="0">
                          <a:solidFill>
                            <a:srgbClr val="005892"/>
                          </a:solidFill>
                          <a:latin typeface="Segoe UI" panose="020B0502040204020203" pitchFamily="34" charset="0"/>
                          <a:ea typeface="+mn-ea"/>
                          <a:cs typeface="Segoe UI" panose="020B0502040204020203" pitchFamily="34" charset="0"/>
                        </a:rPr>
                        <a:t>PECUSAM DISTRIBUCION</a:t>
                      </a:r>
                    </a:p>
                  </a:txBody>
                  <a:tcPr anchor="ctr">
                    <a:lnB w="12700" cmpd="sng">
                      <a:noFill/>
                    </a:lnB>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1" kern="1200" noProof="0" dirty="0">
                          <a:solidFill>
                            <a:schemeClr val="tx1"/>
                          </a:solidFill>
                          <a:latin typeface="Segoe UI" panose="020B0502040204020203" pitchFamily="34" charset="0"/>
                          <a:ea typeface="+mn-ea"/>
                          <a:cs typeface="Segoe UI" panose="020B0502040204020203" pitchFamily="34" charset="0"/>
                        </a:rPr>
                        <a:t>JIM SPORTS TECHNOLOGY, S.L.- Agencias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100" b="1" kern="1200" noProof="0" dirty="0">
                          <a:solidFill>
                            <a:schemeClr val="tx1"/>
                          </a:solidFill>
                          <a:latin typeface="Segoe UI" panose="020B0502040204020203" pitchFamily="34" charset="0"/>
                          <a:ea typeface="+mn-ea"/>
                          <a:cs typeface="Segoe UI" panose="020B0502040204020203" pitchFamily="34" charset="0"/>
                        </a:rPr>
                        <a:t>PORCELANOSA SAU - Modificación puestos de picking</a:t>
                      </a:r>
                    </a:p>
                  </a:txBody>
                  <a:tcPr anchor="ctr">
                    <a:lnB w="12700" cmpd="sng">
                      <a:noFill/>
                    </a:lnB>
                  </a:tcPr>
                </a:tc>
                <a:extLst>
                  <a:ext uri="{0D108BD9-81ED-4DB2-BD59-A6C34878D82A}">
                    <a16:rowId xmlns:a16="http://schemas.microsoft.com/office/drawing/2014/main" val="899434962"/>
                  </a:ext>
                </a:extLst>
              </a:tr>
            </a:tbl>
          </a:graphicData>
        </a:graphic>
      </p:graphicFrame>
    </p:spTree>
    <p:extLst>
      <p:ext uri="{BB962C8B-B14F-4D97-AF65-F5344CB8AC3E}">
        <p14:creationId xmlns:p14="http://schemas.microsoft.com/office/powerpoint/2010/main" val="402818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CuadroTexto 137">
            <a:extLst>
              <a:ext uri="{FF2B5EF4-FFF2-40B4-BE49-F238E27FC236}">
                <a16:creationId xmlns:a16="http://schemas.microsoft.com/office/drawing/2014/main" id="{719ACDDE-B06C-055E-5AA7-3FE66521F5A2}"/>
              </a:ext>
            </a:extLst>
          </p:cNvPr>
          <p:cNvSpPr txBox="1"/>
          <p:nvPr/>
        </p:nvSpPr>
        <p:spPr>
          <a:xfrm>
            <a:off x="534563" y="255103"/>
            <a:ext cx="6178550" cy="276999"/>
          </a:xfrm>
          <a:prstGeom prst="rect">
            <a:avLst/>
          </a:prstGeom>
          <a:noFill/>
        </p:spPr>
        <p:txBody>
          <a:bodyPr wrap="square" lIns="0" rIns="0">
            <a:spAutoFit/>
          </a:bodyPr>
          <a:lstStyle/>
          <a:p>
            <a:r>
              <a:rPr lang="es-ES" sz="1200" noProof="0" dirty="0">
                <a:solidFill>
                  <a:schemeClr val="bg1">
                    <a:lumMod val="50000"/>
                  </a:schemeClr>
                </a:solidFill>
                <a:latin typeface="Arial" panose="020B0604020202020204" pitchFamily="34" charset="0"/>
                <a:ea typeface="Arial"/>
                <a:cs typeface="Arial" panose="020B0604020202020204" pitchFamily="34" charset="0"/>
              </a:rPr>
              <a:t>AMPLIACIONES</a:t>
            </a:r>
            <a:endParaRPr lang="es-ES" sz="1200" b="0" i="0" strike="noStrike" cap="none" spc="0" baseline="0" noProof="0" dirty="0">
              <a:solidFill>
                <a:schemeClr val="bg1">
                  <a:lumMod val="50000"/>
                </a:schemeClr>
              </a:solidFill>
              <a:effectLst/>
              <a:latin typeface="Arial" panose="020B0604020202020204" pitchFamily="34" charset="0"/>
              <a:ea typeface="Arial"/>
              <a:cs typeface="Arial" panose="020B0604020202020204" pitchFamily="34" charset="0"/>
            </a:endParaRPr>
          </a:p>
        </p:txBody>
      </p:sp>
      <p:sp>
        <p:nvSpPr>
          <p:cNvPr id="139" name="Título 8">
            <a:extLst>
              <a:ext uri="{FF2B5EF4-FFF2-40B4-BE49-F238E27FC236}">
                <a16:creationId xmlns:a16="http://schemas.microsoft.com/office/drawing/2014/main" id="{A32EA241-5E6E-9F8A-5D87-38081E42DA4E}"/>
              </a:ext>
            </a:extLst>
          </p:cNvPr>
          <p:cNvSpPr txBox="1"/>
          <p:nvPr/>
        </p:nvSpPr>
        <p:spPr>
          <a:xfrm>
            <a:off x="534563" y="861910"/>
            <a:ext cx="10159104" cy="536362"/>
          </a:xfrm>
          <a:prstGeom prst="rect">
            <a:avLst/>
          </a:prstGeom>
        </p:spPr>
        <p:txBody>
          <a:bodyPr vert="horz" wrap="none" lIns="0" tIns="0" rIns="0" bIns="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ts val="2800"/>
              </a:lnSpc>
            </a:pPr>
            <a:r>
              <a:rPr lang="es-ES" sz="2200" b="1" i="0" strike="noStrike" cap="all" spc="0" baseline="0" noProof="0" dirty="0">
                <a:solidFill>
                  <a:srgbClr val="005198"/>
                </a:solidFill>
                <a:effectLst/>
                <a:latin typeface="Arial" panose="020B0604020202020204" pitchFamily="34" charset="0"/>
                <a:ea typeface="Arial"/>
                <a:cs typeface="Arial" panose="020B0604020202020204" pitchFamily="34" charset="0"/>
              </a:rPr>
              <a:t>Objetivos END</a:t>
            </a:r>
          </a:p>
          <a:p>
            <a:pPr>
              <a:lnSpc>
                <a:spcPts val="3400"/>
              </a:lnSpc>
            </a:pPr>
            <a:endParaRPr lang="es-ES" sz="2200" b="1" i="0" strike="noStrike" cap="all" spc="0" baseline="0" noProof="0" dirty="0">
              <a:solidFill>
                <a:srgbClr val="005198"/>
              </a:solidFill>
              <a:effectLst/>
              <a:latin typeface="Arial" panose="020B0604020202020204" pitchFamily="34" charset="0"/>
              <a:ea typeface="Arial"/>
              <a:cs typeface="Arial" panose="020B0604020202020204" pitchFamily="34" charset="0"/>
            </a:endParaRPr>
          </a:p>
        </p:txBody>
      </p:sp>
      <p:cxnSp>
        <p:nvCxnSpPr>
          <p:cNvPr id="140" name="Conector recto 139">
            <a:extLst>
              <a:ext uri="{FF2B5EF4-FFF2-40B4-BE49-F238E27FC236}">
                <a16:creationId xmlns:a16="http://schemas.microsoft.com/office/drawing/2014/main" id="{ABFADFF7-D7C9-0756-4361-47FB190267C3}"/>
              </a:ext>
            </a:extLst>
          </p:cNvPr>
          <p:cNvCxnSpPr/>
          <p:nvPr/>
        </p:nvCxnSpPr>
        <p:spPr>
          <a:xfrm>
            <a:off x="546867" y="831096"/>
            <a:ext cx="354273" cy="0"/>
          </a:xfrm>
          <a:prstGeom prst="line">
            <a:avLst/>
          </a:prstGeom>
          <a:ln w="31750">
            <a:solidFill>
              <a:srgbClr val="FA6900"/>
            </a:solidFill>
          </a:ln>
        </p:spPr>
        <p:style>
          <a:lnRef idx="1">
            <a:schemeClr val="accent1"/>
          </a:lnRef>
          <a:fillRef idx="0">
            <a:schemeClr val="accent1"/>
          </a:fillRef>
          <a:effectRef idx="0">
            <a:schemeClr val="accent1"/>
          </a:effectRef>
          <a:fontRef idx="minor">
            <a:schemeClr val="tx1"/>
          </a:fontRef>
        </p:style>
      </p:cxnSp>
      <p:sp>
        <p:nvSpPr>
          <p:cNvPr id="141" name="Marcador de número de diapositiva 3">
            <a:extLst>
              <a:ext uri="{FF2B5EF4-FFF2-40B4-BE49-F238E27FC236}">
                <a16:creationId xmlns:a16="http://schemas.microsoft.com/office/drawing/2014/main" id="{10EC2D02-8D7A-060B-5D8F-A7CFC45F8911}"/>
              </a:ext>
            </a:extLst>
          </p:cNvPr>
          <p:cNvSpPr>
            <a:spLocks noGrp="1"/>
          </p:cNvSpPr>
          <p:nvPr>
            <p:ph type="sldNum" sz="quarter" idx="4"/>
          </p:nvPr>
        </p:nvSpPr>
        <p:spPr>
          <a:xfrm>
            <a:off x="191344" y="6477216"/>
            <a:ext cx="505019" cy="180000"/>
          </a:xfrm>
          <a:prstGeom prst="rect">
            <a:avLst/>
          </a:prstGeom>
        </p:spPr>
        <p:txBody>
          <a:bodyPr vert="horz" lIns="0" tIns="0" rIns="0" bIns="0" rtlCol="0" anchor="ctr"/>
          <a:lstStyle>
            <a:defPPr>
              <a:defRPr lang="en-US"/>
            </a:defPPr>
            <a:lvl1pPr marL="0" algn="r" defTabSz="457200" rtl="0" eaLnBrk="1" latinLnBrk="0" hangingPunct="1">
              <a:defRPr sz="1050" b="1" kern="1200">
                <a:solidFill>
                  <a:srgbClr val="005198"/>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569C854-9955-467A-873C-E541C97C6FA2}" type="slidenum">
              <a:rPr lang="es-ES" noProof="0" smtClean="0">
                <a:latin typeface="Arial" panose="020B0604020202020204" pitchFamily="34" charset="0"/>
                <a:cs typeface="Arial" panose="020B0604020202020204" pitchFamily="34" charset="0"/>
              </a:rPr>
              <a:t>16</a:t>
            </a:fld>
            <a:endParaRPr lang="es-ES" noProof="0" dirty="0">
              <a:latin typeface="Arial" panose="020B0604020202020204" pitchFamily="34" charset="0"/>
              <a:cs typeface="Arial" panose="020B0604020202020204" pitchFamily="34" charset="0"/>
            </a:endParaRPr>
          </a:p>
        </p:txBody>
      </p:sp>
      <p:sp>
        <p:nvSpPr>
          <p:cNvPr id="2" name="Marcador de pie de página 2">
            <a:extLst>
              <a:ext uri="{FF2B5EF4-FFF2-40B4-BE49-F238E27FC236}">
                <a16:creationId xmlns:a16="http://schemas.microsoft.com/office/drawing/2014/main" id="{48AA4F43-C571-B0D2-B3BC-C74A0E4A8DBC}"/>
              </a:ext>
            </a:extLst>
          </p:cNvPr>
          <p:cNvSpPr>
            <a:spLocks noGrp="1"/>
          </p:cNvSpPr>
          <p:nvPr>
            <p:ph type="ftr" sz="quarter" idx="3"/>
          </p:nvPr>
        </p:nvSpPr>
        <p:spPr>
          <a:xfrm>
            <a:off x="795030" y="6405992"/>
            <a:ext cx="7153350" cy="322448"/>
          </a:xfrm>
        </p:spPr>
        <p:txBody>
          <a:bodyPr/>
          <a:lstStyle/>
          <a:p>
            <a:r>
              <a:rPr lang="es-ES" sz="1050" b="0" i="0" strike="noStrike" cap="none" spc="0" baseline="0" noProof="0" dirty="0">
                <a:solidFill>
                  <a:srgbClr val="005198"/>
                </a:solidFill>
                <a:effectLst/>
                <a:ea typeface="Arial"/>
              </a:rPr>
              <a:t>INNOVATION IN WAREHOUSING AND SUPPLY CHAIN</a:t>
            </a:r>
            <a:endParaRPr lang="es-ES" noProof="0" dirty="0"/>
          </a:p>
        </p:txBody>
      </p:sp>
      <p:graphicFrame>
        <p:nvGraphicFramePr>
          <p:cNvPr id="10" name="Tabla 9">
            <a:extLst>
              <a:ext uri="{FF2B5EF4-FFF2-40B4-BE49-F238E27FC236}">
                <a16:creationId xmlns:a16="http://schemas.microsoft.com/office/drawing/2014/main" id="{14A31531-CD3B-A728-15A3-3BE6DDF1EF57}"/>
              </a:ext>
            </a:extLst>
          </p:cNvPr>
          <p:cNvGraphicFramePr>
            <a:graphicFrameLocks noGrp="1"/>
          </p:cNvGraphicFramePr>
          <p:nvPr>
            <p:extLst>
              <p:ext uri="{D42A27DB-BD31-4B8C-83A1-F6EECF244321}">
                <p14:modId xmlns:p14="http://schemas.microsoft.com/office/powerpoint/2010/main" val="3084822207"/>
              </p:ext>
            </p:extLst>
          </p:nvPr>
        </p:nvGraphicFramePr>
        <p:xfrm>
          <a:off x="546867" y="1265565"/>
          <a:ext cx="11214210" cy="5353056"/>
        </p:xfrm>
        <a:graphic>
          <a:graphicData uri="http://schemas.openxmlformats.org/drawingml/2006/table">
            <a:tbl>
              <a:tblPr firstRow="1" bandRow="1">
                <a:tableStyleId>{5940675A-B579-460E-94D1-54222C63F5DA}</a:tableStyleId>
              </a:tblPr>
              <a:tblGrid>
                <a:gridCol w="1455581">
                  <a:extLst>
                    <a:ext uri="{9D8B030D-6E8A-4147-A177-3AD203B41FA5}">
                      <a16:colId xmlns:a16="http://schemas.microsoft.com/office/drawing/2014/main" val="1595966463"/>
                    </a:ext>
                  </a:extLst>
                </a:gridCol>
                <a:gridCol w="3079179">
                  <a:extLst>
                    <a:ext uri="{9D8B030D-6E8A-4147-A177-3AD203B41FA5}">
                      <a16:colId xmlns:a16="http://schemas.microsoft.com/office/drawing/2014/main" val="2215102282"/>
                    </a:ext>
                  </a:extLst>
                </a:gridCol>
                <a:gridCol w="3339725">
                  <a:extLst>
                    <a:ext uri="{9D8B030D-6E8A-4147-A177-3AD203B41FA5}">
                      <a16:colId xmlns:a16="http://schemas.microsoft.com/office/drawing/2014/main" val="204954377"/>
                    </a:ext>
                  </a:extLst>
                </a:gridCol>
                <a:gridCol w="3339725">
                  <a:extLst>
                    <a:ext uri="{9D8B030D-6E8A-4147-A177-3AD203B41FA5}">
                      <a16:colId xmlns:a16="http://schemas.microsoft.com/office/drawing/2014/main" val="2226036248"/>
                    </a:ext>
                  </a:extLst>
                </a:gridCol>
              </a:tblGrid>
              <a:tr h="500890">
                <a:tc>
                  <a:txBody>
                    <a:bodyPr/>
                    <a:lstStyle/>
                    <a:p>
                      <a:endParaRPr lang="es-ES" noProof="0" dirty="0"/>
                    </a:p>
                  </a:txBody>
                  <a:tcPr>
                    <a:lnL w="12700" cap="flat" cmpd="sng" algn="ctr">
                      <a:noFill/>
                      <a:prstDash val="solid"/>
                      <a:round/>
                      <a:headEnd type="none" w="med" len="med"/>
                      <a:tailEnd type="none" w="med" len="med"/>
                    </a:lnL>
                    <a:lnT w="12700" cmpd="sng">
                      <a:noFill/>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800" b="1" kern="1200" noProof="0" dirty="0">
                          <a:solidFill>
                            <a:schemeClr val="tx1"/>
                          </a:solidFill>
                          <a:latin typeface="Segoe UI" panose="020B0502040204020203" pitchFamily="34" charset="0"/>
                          <a:ea typeface="+mn-ea"/>
                          <a:cs typeface="Segoe UI" panose="020B0502040204020203" pitchFamily="34" charset="0"/>
                        </a:rPr>
                        <a:t>SEPTIEMBRE</a:t>
                      </a:r>
                    </a:p>
                  </a:txBody>
                  <a:tcPr anchor="ctr">
                    <a:lnT w="12700" cmpd="sng">
                      <a:noFill/>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800" b="1" kern="1200" noProof="0" dirty="0">
                          <a:solidFill>
                            <a:schemeClr val="tx1"/>
                          </a:solidFill>
                          <a:latin typeface="Segoe UI" panose="020B0502040204020203" pitchFamily="34" charset="0"/>
                          <a:ea typeface="+mn-ea"/>
                          <a:cs typeface="Segoe UI" panose="020B0502040204020203" pitchFamily="34" charset="0"/>
                        </a:rPr>
                        <a:t>OCTUBRE</a:t>
                      </a:r>
                    </a:p>
                  </a:txBody>
                  <a:tcPr anchor="ctr">
                    <a:lnT w="12700" cmpd="sng">
                      <a:noFill/>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800" b="1" kern="1200" noProof="0" dirty="0">
                          <a:solidFill>
                            <a:schemeClr val="tx1"/>
                          </a:solidFill>
                          <a:latin typeface="Segoe UI" panose="020B0502040204020203" pitchFamily="34" charset="0"/>
                          <a:ea typeface="+mn-ea"/>
                          <a:cs typeface="Segoe UI" panose="020B0502040204020203" pitchFamily="34" charset="0"/>
                        </a:rPr>
                        <a:t>NOVIEMBRE</a:t>
                      </a:r>
                    </a:p>
                  </a:txBody>
                  <a:tcPr anchor="ctr">
                    <a:lnT w="12700" cmpd="sng">
                      <a:noFill/>
                    </a:lnT>
                  </a:tcPr>
                </a:tc>
                <a:extLst>
                  <a:ext uri="{0D108BD9-81ED-4DB2-BD59-A6C34878D82A}">
                    <a16:rowId xmlns:a16="http://schemas.microsoft.com/office/drawing/2014/main" val="3582796379"/>
                  </a:ext>
                </a:extLst>
              </a:tr>
              <a:tr h="393085">
                <a:tc>
                  <a:txBody>
                    <a:bodyPr/>
                    <a:lstStyle/>
                    <a:p>
                      <a:pPr algn="r"/>
                      <a:r>
                        <a:rPr lang="es-ES" b="1" noProof="0" dirty="0"/>
                        <a:t>&lt;100 h</a:t>
                      </a:r>
                    </a:p>
                  </a:txBody>
                  <a:tcPr anchor="ctr">
                    <a:lnL w="12700" cmpd="sng">
                      <a:noFill/>
                    </a:ln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s-ES" sz="1800" b="1" kern="1200" noProof="0" dirty="0">
                          <a:solidFill>
                            <a:schemeClr val="tx1"/>
                          </a:solidFill>
                          <a:latin typeface="Segoe UI" panose="020B0502040204020203" pitchFamily="34" charset="0"/>
                          <a:ea typeface="+mn-ea"/>
                          <a:cs typeface="Segoe UI" panose="020B0502040204020203" pitchFamily="34" charset="0"/>
                        </a:rPr>
                        <a:t>34 (</a:t>
                      </a:r>
                      <a:r>
                        <a:rPr lang="es-ES" sz="1800" b="1" kern="1200" noProof="0" dirty="0">
                          <a:solidFill>
                            <a:srgbClr val="005892"/>
                          </a:solidFill>
                          <a:latin typeface="Segoe UI" panose="020B0502040204020203" pitchFamily="34" charset="0"/>
                          <a:ea typeface="+mn-ea"/>
                          <a:cs typeface="Segoe UI" panose="020B0502040204020203" pitchFamily="34" charset="0"/>
                        </a:rPr>
                        <a:t>conseguidos 22</a:t>
                      </a:r>
                      <a:r>
                        <a:rPr lang="es-ES" sz="1800" b="1" kern="1200" noProof="0" dirty="0">
                          <a:solidFill>
                            <a:schemeClr val="tx1"/>
                          </a:solidFill>
                          <a:latin typeface="Segoe UI" panose="020B0502040204020203" pitchFamily="34" charset="0"/>
                          <a:ea typeface="+mn-ea"/>
                          <a:cs typeface="Segoe UI" panose="020B0502040204020203" pitchFamily="34" charset="0"/>
                        </a:rPr>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s-ES" sz="1800" b="1" kern="1200" noProof="0" dirty="0">
                          <a:solidFill>
                            <a:schemeClr val="tx1"/>
                          </a:solidFill>
                          <a:latin typeface="Segoe UI" panose="020B0502040204020203" pitchFamily="34" charset="0"/>
                          <a:ea typeface="+mn-ea"/>
                          <a:cs typeface="Segoe UI" panose="020B0502040204020203" pitchFamily="34" charset="0"/>
                        </a:rPr>
                        <a:t>26 (</a:t>
                      </a:r>
                      <a:r>
                        <a:rPr lang="es-ES" sz="1800" b="1" kern="1200" noProof="0" dirty="0">
                          <a:solidFill>
                            <a:srgbClr val="005892"/>
                          </a:solidFill>
                          <a:latin typeface="Segoe UI" panose="020B0502040204020203" pitchFamily="34" charset="0"/>
                          <a:ea typeface="+mn-ea"/>
                          <a:cs typeface="Segoe UI" panose="020B0502040204020203" pitchFamily="34" charset="0"/>
                        </a:rPr>
                        <a:t>conseguidos 8</a:t>
                      </a:r>
                      <a:r>
                        <a:rPr lang="es-ES" sz="1800" b="1" kern="1200" noProof="0" dirty="0">
                          <a:solidFill>
                            <a:schemeClr val="tx1"/>
                          </a:solidFill>
                          <a:latin typeface="Segoe UI" panose="020B0502040204020203" pitchFamily="34" charset="0"/>
                          <a:ea typeface="+mn-ea"/>
                          <a:cs typeface="Segoe UI" panose="020B0502040204020203" pitchFamily="34" charset="0"/>
                        </a:rPr>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s-ES" sz="1800" b="1" kern="1200" noProof="0" dirty="0">
                          <a:solidFill>
                            <a:schemeClr val="tx1"/>
                          </a:solidFill>
                          <a:latin typeface="Segoe UI" panose="020B0502040204020203" pitchFamily="34" charset="0"/>
                          <a:ea typeface="+mn-ea"/>
                          <a:cs typeface="Segoe UI" panose="020B0502040204020203" pitchFamily="34" charset="0"/>
                        </a:rPr>
                        <a:t>4</a:t>
                      </a:r>
                    </a:p>
                  </a:txBody>
                  <a:tcPr anchor="ctr"/>
                </a:tc>
                <a:extLst>
                  <a:ext uri="{0D108BD9-81ED-4DB2-BD59-A6C34878D82A}">
                    <a16:rowId xmlns:a16="http://schemas.microsoft.com/office/drawing/2014/main" val="124833620"/>
                  </a:ext>
                </a:extLst>
              </a:tr>
              <a:tr h="2343361">
                <a:tc>
                  <a:txBody>
                    <a:bodyPr/>
                    <a:lstStyle/>
                    <a:p>
                      <a:pPr algn="r"/>
                      <a:r>
                        <a:rPr lang="es-ES" b="1" noProof="0" dirty="0"/>
                        <a:t>Entre 100 y 400 h</a:t>
                      </a:r>
                    </a:p>
                  </a:txBody>
                  <a:tcPr anchor="ctr">
                    <a:lnL w="12700" cmpd="sng">
                      <a:noFill/>
                    </a:ln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100" b="1" kern="1200" noProof="0" dirty="0">
                          <a:solidFill>
                            <a:srgbClr val="FF8205"/>
                          </a:solidFill>
                          <a:latin typeface="Segoe UI" panose="020B0502040204020203" pitchFamily="34" charset="0"/>
                          <a:ea typeface="+mn-ea"/>
                          <a:cs typeface="Segoe UI" panose="020B0502040204020203" pitchFamily="34" charset="0"/>
                        </a:rPr>
                        <a:t>PANIFICADORA DE ALCALA SL- Varios desarrollos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100" b="1" kern="1200" noProof="0" dirty="0">
                          <a:solidFill>
                            <a:srgbClr val="FF8205"/>
                          </a:solidFill>
                          <a:latin typeface="Segoe UI" panose="020B0502040204020203" pitchFamily="34" charset="0"/>
                          <a:ea typeface="+mn-ea"/>
                          <a:cs typeface="Segoe UI" panose="020B0502040204020203" pitchFamily="34" charset="0"/>
                        </a:rPr>
                        <a:t>MICHELIN ESPAÑA PORTUGAL, S.A.</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100" b="1" kern="1200" noProof="0" dirty="0">
                          <a:solidFill>
                            <a:srgbClr val="FF0000"/>
                          </a:solidFill>
                          <a:latin typeface="Segoe UI" panose="020B0502040204020203" pitchFamily="34" charset="0"/>
                          <a:ea typeface="+mn-ea"/>
                          <a:cs typeface="Segoe UI" panose="020B0502040204020203" pitchFamily="34" charset="0"/>
                        </a:rPr>
                        <a:t>HAGER PRODUCTION POLAND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100" b="1" kern="1200" noProof="0" dirty="0">
                          <a:solidFill>
                            <a:srgbClr val="005892"/>
                          </a:solidFill>
                          <a:latin typeface="Segoe UI" panose="020B0502040204020203" pitchFamily="34" charset="0"/>
                          <a:ea typeface="+mn-ea"/>
                          <a:cs typeface="Segoe UI" panose="020B0502040204020203" pitchFamily="34" charset="0"/>
                        </a:rPr>
                        <a:t>NSE </a:t>
                      </a:r>
                    </a:p>
                  </a:txBody>
                  <a:tcPr anchor="ct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100" b="1" kern="1200" noProof="0" dirty="0">
                          <a:solidFill>
                            <a:schemeClr val="tx1"/>
                          </a:solidFill>
                          <a:latin typeface="Segoe UI" panose="020B0502040204020203" pitchFamily="34" charset="0"/>
                          <a:ea typeface="+mn-ea"/>
                          <a:cs typeface="Segoe UI" panose="020B0502040204020203" pitchFamily="34" charset="0"/>
                        </a:rPr>
                        <a:t>BY DEMES – Agencias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100" b="1" kern="1200" noProof="0" dirty="0">
                          <a:solidFill>
                            <a:schemeClr val="tx1"/>
                          </a:solidFill>
                          <a:latin typeface="Segoe UI" panose="020B0502040204020203" pitchFamily="34" charset="0"/>
                          <a:ea typeface="+mn-ea"/>
                          <a:cs typeface="Segoe UI" panose="020B0502040204020203" pitchFamily="34" charset="0"/>
                        </a:rPr>
                        <a:t>CHIGGIATO SPA - Comunicación con cliente 3PL</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100" b="1" kern="1200" noProof="0" dirty="0">
                          <a:solidFill>
                            <a:schemeClr val="tx1"/>
                          </a:solidFill>
                          <a:latin typeface="Segoe UI" panose="020B0502040204020203" pitchFamily="34" charset="0"/>
                          <a:ea typeface="+mn-ea"/>
                          <a:cs typeface="Segoe UI" panose="020B0502040204020203" pitchFamily="34" charset="0"/>
                        </a:rPr>
                        <a:t>EUROPASTRY, S.A.</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100" b="1" kern="1200" noProof="0" dirty="0">
                          <a:solidFill>
                            <a:schemeClr val="tx1"/>
                          </a:solidFill>
                          <a:latin typeface="Segoe UI" panose="020B0502040204020203" pitchFamily="34" charset="0"/>
                          <a:ea typeface="+mn-ea"/>
                          <a:cs typeface="Segoe UI" panose="020B0502040204020203" pitchFamily="34" charset="0"/>
                        </a:rPr>
                        <a:t>GLM COMMERCE - Integración </a:t>
                      </a:r>
                      <a:r>
                        <a:rPr lang="es-ES" sz="1100" b="1" kern="1200" noProof="0" dirty="0" err="1">
                          <a:solidFill>
                            <a:schemeClr val="tx1"/>
                          </a:solidFill>
                          <a:latin typeface="Segoe UI" panose="020B0502040204020203" pitchFamily="34" charset="0"/>
                          <a:ea typeface="+mn-ea"/>
                          <a:cs typeface="Segoe UI" panose="020B0502040204020203" pitchFamily="34" charset="0"/>
                        </a:rPr>
                        <a:t>Multiagencia</a:t>
                      </a:r>
                      <a:endParaRPr lang="es-ES" sz="1100" b="1" kern="1200" noProof="0" dirty="0">
                        <a:solidFill>
                          <a:schemeClr val="tx1"/>
                        </a:solidFill>
                        <a:latin typeface="Segoe UI" panose="020B0502040204020203" pitchFamily="34" charset="0"/>
                        <a:ea typeface="+mn-ea"/>
                        <a:cs typeface="Segoe UI" panose="020B0502040204020203"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100" b="1" kern="1200" noProof="0" dirty="0">
                          <a:solidFill>
                            <a:schemeClr val="tx1"/>
                          </a:solidFill>
                          <a:latin typeface="Segoe UI" panose="020B0502040204020203" pitchFamily="34" charset="0"/>
                          <a:ea typeface="+mn-ea"/>
                          <a:cs typeface="Segoe UI" panose="020B0502040204020203" pitchFamily="34" charset="0"/>
                        </a:rPr>
                        <a:t>ICESTAR - Medellin II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100" b="1" kern="1200" noProof="0" dirty="0">
                          <a:solidFill>
                            <a:schemeClr val="tx1"/>
                          </a:solidFill>
                          <a:latin typeface="Segoe UI" panose="020B0502040204020203" pitchFamily="34" charset="0"/>
                          <a:ea typeface="+mn-ea"/>
                          <a:cs typeface="Segoe UI" panose="020B0502040204020203" pitchFamily="34" charset="0"/>
                        </a:rPr>
                        <a:t>IMBISA – Bolsa horas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100" b="1" kern="1200" noProof="0" dirty="0">
                          <a:solidFill>
                            <a:schemeClr val="tx1"/>
                          </a:solidFill>
                          <a:latin typeface="Segoe UI" panose="020B0502040204020203" pitchFamily="34" charset="0"/>
                          <a:ea typeface="+mn-ea"/>
                          <a:cs typeface="Segoe UI" panose="020B0502040204020203" pitchFamily="34" charset="0"/>
                        </a:rPr>
                        <a:t>JIM SPORTS TECHNOLOGY, S.L. -Nuevo Sub Almacén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100" b="1" kern="1200" noProof="0" dirty="0">
                          <a:solidFill>
                            <a:schemeClr val="tx1"/>
                          </a:solidFill>
                          <a:latin typeface="Segoe UI" panose="020B0502040204020203" pitchFamily="34" charset="0"/>
                          <a:ea typeface="+mn-ea"/>
                          <a:cs typeface="Segoe UI" panose="020B0502040204020203" pitchFamily="34" charset="0"/>
                        </a:rPr>
                        <a:t>LEK S.A.</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100" b="1" kern="1200" noProof="0" dirty="0">
                          <a:solidFill>
                            <a:schemeClr val="tx1"/>
                          </a:solidFill>
                          <a:latin typeface="Segoe UI" panose="020B0502040204020203" pitchFamily="34" charset="0"/>
                          <a:ea typeface="+mn-ea"/>
                          <a:cs typeface="Segoe UI" panose="020B0502040204020203" pitchFamily="34" charset="0"/>
                        </a:rPr>
                        <a:t>MAQUITEN, S.A. - Puntos 2,3,7,13,14</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100" b="1" kern="1200" noProof="0" dirty="0">
                          <a:solidFill>
                            <a:srgbClr val="005892"/>
                          </a:solidFill>
                          <a:latin typeface="Segoe UI" panose="020B0502040204020203" pitchFamily="34" charset="0"/>
                          <a:ea typeface="+mn-ea"/>
                          <a:cs typeface="Segoe UI" panose="020B0502040204020203" pitchFamily="34" charset="0"/>
                        </a:rPr>
                        <a:t>MICHAUD CHAILLY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100" b="1" kern="1200" noProof="0" dirty="0">
                          <a:solidFill>
                            <a:schemeClr val="tx1"/>
                          </a:solidFill>
                          <a:latin typeface="Segoe UI" panose="020B0502040204020203" pitchFamily="34" charset="0"/>
                          <a:ea typeface="+mn-ea"/>
                          <a:cs typeface="Segoe UI" panose="020B0502040204020203" pitchFamily="34" charset="0"/>
                        </a:rPr>
                        <a:t>MICHELIN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100" b="1" kern="1200" noProof="0" dirty="0">
                          <a:solidFill>
                            <a:schemeClr val="tx1"/>
                          </a:solidFill>
                          <a:latin typeface="Segoe UI" panose="020B0502040204020203" pitchFamily="34" charset="0"/>
                          <a:ea typeface="+mn-ea"/>
                          <a:cs typeface="Segoe UI" panose="020B0502040204020203" pitchFamily="34" charset="0"/>
                        </a:rPr>
                        <a:t>OBREROL, S.A. (BOLSA DE 150 HORAS)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100" b="1" kern="1200" noProof="0" dirty="0">
                          <a:solidFill>
                            <a:schemeClr val="tx1"/>
                          </a:solidFill>
                          <a:latin typeface="Segoe UI" panose="020B0502040204020203" pitchFamily="34" charset="0"/>
                          <a:ea typeface="+mn-ea"/>
                          <a:cs typeface="Segoe UI" panose="020B0502040204020203" pitchFamily="34" charset="0"/>
                        </a:rPr>
                        <a:t>PRIM - Nueva agencia </a:t>
                      </a:r>
                      <a:r>
                        <a:rPr lang="es-ES" sz="1100" b="1" kern="1200" noProof="0" dirty="0" err="1">
                          <a:solidFill>
                            <a:schemeClr val="tx1"/>
                          </a:solidFill>
                          <a:latin typeface="Segoe UI" panose="020B0502040204020203" pitchFamily="34" charset="0"/>
                          <a:ea typeface="+mn-ea"/>
                          <a:cs typeface="Segoe UI" panose="020B0502040204020203" pitchFamily="34" charset="0"/>
                        </a:rPr>
                        <a:t>Eurotranspharma</a:t>
                      </a:r>
                      <a:endParaRPr lang="es-ES" sz="1100" b="1" kern="1200" noProof="0" dirty="0">
                        <a:solidFill>
                          <a:schemeClr val="tx1"/>
                        </a:solidFill>
                        <a:latin typeface="Segoe UI" panose="020B0502040204020203" pitchFamily="34" charset="0"/>
                        <a:ea typeface="+mn-ea"/>
                        <a:cs typeface="Segoe UI" panose="020B0502040204020203"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100" b="1" kern="1200" noProof="0" dirty="0">
                          <a:solidFill>
                            <a:schemeClr val="tx1"/>
                          </a:solidFill>
                          <a:latin typeface="Segoe UI" panose="020B0502040204020203" pitchFamily="34" charset="0"/>
                          <a:ea typeface="+mn-ea"/>
                          <a:cs typeface="Segoe UI" panose="020B0502040204020203" pitchFamily="34" charset="0"/>
                        </a:rPr>
                        <a:t>PANIFICADORA DE ALCALA SL- Varios desarrollos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100" b="1" kern="1200" noProof="0" dirty="0">
                          <a:solidFill>
                            <a:schemeClr val="tx1"/>
                          </a:solidFill>
                          <a:latin typeface="Segoe UI" panose="020B0502040204020203" pitchFamily="34" charset="0"/>
                          <a:ea typeface="+mn-ea"/>
                          <a:cs typeface="Segoe UI" panose="020B0502040204020203" pitchFamily="34" charset="0"/>
                        </a:rPr>
                        <a:t>ZARC4ENDO, S.A. - Almacén nuevo</a:t>
                      </a:r>
                    </a:p>
                  </a:txBody>
                  <a:tcPr anchor="ct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100" b="1" kern="1200" noProof="0" dirty="0">
                          <a:solidFill>
                            <a:schemeClr val="tx1"/>
                          </a:solidFill>
                          <a:latin typeface="Segoe UI" panose="020B0502040204020203" pitchFamily="34" charset="0"/>
                          <a:ea typeface="+mn-ea"/>
                          <a:cs typeface="Segoe UI" panose="020B0502040204020203" pitchFamily="34" charset="0"/>
                        </a:rPr>
                        <a:t>ALZAMORA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100" b="1" kern="1200" noProof="0" dirty="0">
                          <a:solidFill>
                            <a:schemeClr val="tx1"/>
                          </a:solidFill>
                          <a:latin typeface="Segoe UI" panose="020B0502040204020203" pitchFamily="34" charset="0"/>
                          <a:ea typeface="+mn-ea"/>
                          <a:cs typeface="Segoe UI" panose="020B0502040204020203" pitchFamily="34" charset="0"/>
                        </a:rPr>
                        <a:t>BIEFFE MEDITAL, S.A.</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100" b="1" kern="1200" noProof="0" dirty="0">
                          <a:solidFill>
                            <a:schemeClr val="tx1"/>
                          </a:solidFill>
                          <a:latin typeface="Segoe UI" panose="020B0502040204020203" pitchFamily="34" charset="0"/>
                          <a:ea typeface="+mn-ea"/>
                          <a:cs typeface="Segoe UI" panose="020B0502040204020203" pitchFamily="34" charset="0"/>
                        </a:rPr>
                        <a:t>BROWNE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100" b="1" kern="1200" noProof="0" dirty="0">
                          <a:solidFill>
                            <a:schemeClr val="tx1"/>
                          </a:solidFill>
                          <a:latin typeface="Segoe UI" panose="020B0502040204020203" pitchFamily="34" charset="0"/>
                          <a:ea typeface="+mn-ea"/>
                          <a:cs typeface="Segoe UI" panose="020B0502040204020203" pitchFamily="34" charset="0"/>
                        </a:rPr>
                        <a:t>CRODA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100" b="1" kern="1200" noProof="0" dirty="0">
                          <a:solidFill>
                            <a:schemeClr val="tx1"/>
                          </a:solidFill>
                          <a:latin typeface="Segoe UI" panose="020B0502040204020203" pitchFamily="34" charset="0"/>
                          <a:ea typeface="+mn-ea"/>
                          <a:cs typeface="Segoe UI" panose="020B0502040204020203" pitchFamily="34" charset="0"/>
                        </a:rPr>
                        <a:t>DIAGER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1" kern="1200" noProof="0" dirty="0">
                          <a:solidFill>
                            <a:schemeClr val="tx1"/>
                          </a:solidFill>
                          <a:latin typeface="Segoe UI" panose="020B0502040204020203" pitchFamily="34" charset="0"/>
                          <a:ea typeface="+mn-ea"/>
                          <a:cs typeface="Segoe UI" panose="020B0502040204020203" pitchFamily="34" charset="0"/>
                        </a:rPr>
                        <a:t>ELESA FRANCE - Adding two new Vertical Cabinets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100" b="1" kern="1200" noProof="0" dirty="0">
                          <a:solidFill>
                            <a:schemeClr val="tx1"/>
                          </a:solidFill>
                          <a:latin typeface="Segoe UI" panose="020B0502040204020203" pitchFamily="34" charset="0"/>
                          <a:ea typeface="+mn-ea"/>
                          <a:cs typeface="Segoe UI" panose="020B0502040204020203" pitchFamily="34" charset="0"/>
                        </a:rPr>
                        <a:t>FRIMAR PANADEROS SL - Modificar asignación stock</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100" b="1" kern="1200" noProof="0" dirty="0">
                          <a:solidFill>
                            <a:schemeClr val="tx1"/>
                          </a:solidFill>
                          <a:latin typeface="Segoe UI" panose="020B0502040204020203" pitchFamily="34" charset="0"/>
                          <a:ea typeface="+mn-ea"/>
                          <a:cs typeface="Segoe UI" panose="020B0502040204020203" pitchFamily="34" charset="0"/>
                        </a:rPr>
                        <a:t>HAGER PRODUCTION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100" b="1" kern="1200" noProof="0" dirty="0">
                          <a:solidFill>
                            <a:schemeClr val="tx1"/>
                          </a:solidFill>
                          <a:latin typeface="Segoe UI" panose="020B0502040204020203" pitchFamily="34" charset="0"/>
                          <a:ea typeface="+mn-ea"/>
                          <a:cs typeface="Segoe UI" panose="020B0502040204020203" pitchFamily="34" charset="0"/>
                        </a:rPr>
                        <a:t>MAQUITEN, S.A. –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100" b="1" kern="1200" noProof="0" dirty="0">
                          <a:solidFill>
                            <a:schemeClr val="tx1"/>
                          </a:solidFill>
                          <a:latin typeface="Segoe UI" panose="020B0502040204020203" pitchFamily="34" charset="0"/>
                          <a:ea typeface="+mn-ea"/>
                          <a:cs typeface="Segoe UI" panose="020B0502040204020203" pitchFamily="34" charset="0"/>
                        </a:rPr>
                        <a:t>OSHKOSH DEFENSE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100" b="1" kern="1200" noProof="0" dirty="0">
                          <a:solidFill>
                            <a:schemeClr val="tx1"/>
                          </a:solidFill>
                          <a:latin typeface="Segoe UI" panose="020B0502040204020203" pitchFamily="34" charset="0"/>
                          <a:ea typeface="+mn-ea"/>
                          <a:cs typeface="Segoe UI" panose="020B0502040204020203" pitchFamily="34" charset="0"/>
                        </a:rPr>
                        <a:t>SEPAL S.P.A.</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100" b="1" kern="1200" noProof="0" dirty="0">
                          <a:solidFill>
                            <a:schemeClr val="tx1"/>
                          </a:solidFill>
                          <a:latin typeface="Segoe UI" panose="020B0502040204020203" pitchFamily="34" charset="0"/>
                          <a:ea typeface="+mn-ea"/>
                          <a:cs typeface="Segoe UI" panose="020B0502040204020203" pitchFamily="34" charset="0"/>
                        </a:rPr>
                        <a:t>TRUCK AND WHEEL MEXICO - Migración NUCLEO-SAP</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100" b="1" kern="1200" noProof="0" dirty="0">
                          <a:solidFill>
                            <a:schemeClr val="tx1"/>
                          </a:solidFill>
                          <a:latin typeface="Segoe UI" panose="020B0502040204020203" pitchFamily="34" charset="0"/>
                          <a:ea typeface="+mn-ea"/>
                          <a:cs typeface="Segoe UI" panose="020B0502040204020203" pitchFamily="34" charset="0"/>
                        </a:rPr>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s-ES" sz="1100" b="1" kern="1200" noProof="0" dirty="0">
                        <a:solidFill>
                          <a:schemeClr val="tx1"/>
                        </a:solidFill>
                        <a:latin typeface="Segoe UI" panose="020B0502040204020203" pitchFamily="34" charset="0"/>
                        <a:ea typeface="+mn-ea"/>
                        <a:cs typeface="Segoe UI" panose="020B0502040204020203" pitchFamily="34" charset="0"/>
                      </a:endParaRPr>
                    </a:p>
                  </a:txBody>
                  <a:tcPr anchor="ctr"/>
                </a:tc>
                <a:extLst>
                  <a:ext uri="{0D108BD9-81ED-4DB2-BD59-A6C34878D82A}">
                    <a16:rowId xmlns:a16="http://schemas.microsoft.com/office/drawing/2014/main" val="3422805519"/>
                  </a:ext>
                </a:extLst>
              </a:tr>
              <a:tr h="1350121">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s-ES" b="1" noProof="0" dirty="0"/>
                        <a:t>&gt;400 h</a:t>
                      </a:r>
                    </a:p>
                    <a:p>
                      <a:pPr marL="0" marR="0" lvl="0" indent="0" algn="r" defTabSz="914400" rtl="0" eaLnBrk="1" fontAlgn="auto" latinLnBrk="0" hangingPunct="1">
                        <a:lnSpc>
                          <a:spcPct val="100000"/>
                        </a:lnSpc>
                        <a:spcBef>
                          <a:spcPts val="0"/>
                        </a:spcBef>
                        <a:spcAft>
                          <a:spcPts val="0"/>
                        </a:spcAft>
                        <a:buClrTx/>
                        <a:buSzTx/>
                        <a:buFontTx/>
                        <a:buNone/>
                        <a:tabLst/>
                        <a:defRPr/>
                      </a:pPr>
                      <a:endParaRPr lang="es-ES" b="1" noProof="0" dirty="0"/>
                    </a:p>
                  </a:txBody>
                  <a:tcPr anchor="ctr">
                    <a:lnL w="12700" cmpd="sng">
                      <a:noFill/>
                    </a:lnL>
                    <a:lnB w="12700" cmpd="sng">
                      <a:noFill/>
                    </a:lnB>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s-ES" sz="1100" b="1" i="0" u="none" strike="noStrike" kern="1200" cap="none" spc="0" normalizeH="0" baseline="0" noProof="0" dirty="0">
                          <a:ln>
                            <a:noFill/>
                          </a:ln>
                          <a:solidFill>
                            <a:schemeClr val="bg2">
                              <a:lumMod val="90000"/>
                            </a:schemeClr>
                          </a:solidFill>
                          <a:effectLst/>
                          <a:uLnTx/>
                          <a:uFillTx/>
                          <a:latin typeface="Segoe UI" panose="020B0502040204020203" pitchFamily="34" charset="0"/>
                          <a:ea typeface="+mn-ea"/>
                          <a:cs typeface="Segoe UI" panose="020B0502040204020203" pitchFamily="34" charset="0"/>
                        </a:rPr>
                        <a:t>NINGUNO</a:t>
                      </a:r>
                    </a:p>
                  </a:txBody>
                  <a:tcPr anchor="ctr">
                    <a:lnB w="12700" cmpd="sng">
                      <a:noFill/>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s-ES" sz="1100" b="1"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rPr>
                        <a:t>BY DEMES, S.L.U. - Migración EasyWMS web</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rPr>
                        <a:t>NSE Novabus Aftermarket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100" b="1"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rPr>
                        <a:t>PECUSAM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100" b="1"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rPr>
                        <a:t>PORCELANOSA SAU - Migración a EasyWMS Web</a:t>
                      </a:r>
                    </a:p>
                  </a:txBody>
                  <a:tcPr anchor="ctr">
                    <a:lnB w="12700" cmpd="sng">
                      <a:noFill/>
                    </a:lnB>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rPr>
                        <a:t>JIM SPORTS TECHNOLOGY, S.L.- Agencias</a:t>
                      </a:r>
                    </a:p>
                  </a:txBody>
                  <a:tcPr anchor="ctr">
                    <a:lnB w="12700" cmpd="sng">
                      <a:noFill/>
                    </a:lnB>
                  </a:tcPr>
                </a:tc>
                <a:extLst>
                  <a:ext uri="{0D108BD9-81ED-4DB2-BD59-A6C34878D82A}">
                    <a16:rowId xmlns:a16="http://schemas.microsoft.com/office/drawing/2014/main" val="1602313657"/>
                  </a:ext>
                </a:extLst>
              </a:tr>
            </a:tbl>
          </a:graphicData>
        </a:graphic>
      </p:graphicFrame>
    </p:spTree>
    <p:extLst>
      <p:ext uri="{BB962C8B-B14F-4D97-AF65-F5344CB8AC3E}">
        <p14:creationId xmlns:p14="http://schemas.microsoft.com/office/powerpoint/2010/main" val="8842014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CuadroTexto 137">
            <a:extLst>
              <a:ext uri="{FF2B5EF4-FFF2-40B4-BE49-F238E27FC236}">
                <a16:creationId xmlns:a16="http://schemas.microsoft.com/office/drawing/2014/main" id="{719ACDDE-B06C-055E-5AA7-3FE66521F5A2}"/>
              </a:ext>
            </a:extLst>
          </p:cNvPr>
          <p:cNvSpPr txBox="1"/>
          <p:nvPr/>
        </p:nvSpPr>
        <p:spPr>
          <a:xfrm>
            <a:off x="534563" y="255103"/>
            <a:ext cx="6178550" cy="276999"/>
          </a:xfrm>
          <a:prstGeom prst="rect">
            <a:avLst/>
          </a:prstGeom>
          <a:noFill/>
        </p:spPr>
        <p:txBody>
          <a:bodyPr wrap="square" lIns="0" rIns="0">
            <a:spAutoFit/>
          </a:bodyPr>
          <a:lstStyle/>
          <a:p>
            <a:r>
              <a:rPr lang="es-ES" sz="1200" noProof="0" dirty="0">
                <a:solidFill>
                  <a:schemeClr val="bg1">
                    <a:lumMod val="50000"/>
                  </a:schemeClr>
                </a:solidFill>
                <a:latin typeface="Arial" panose="020B0604020202020204" pitchFamily="34" charset="0"/>
                <a:ea typeface="Arial"/>
                <a:cs typeface="Arial" panose="020B0604020202020204" pitchFamily="34" charset="0"/>
              </a:rPr>
              <a:t>AMPLIACIONES</a:t>
            </a:r>
            <a:endParaRPr lang="es-ES" sz="1200" b="0" i="0" strike="noStrike" cap="none" spc="0" baseline="0" noProof="0" dirty="0">
              <a:solidFill>
                <a:schemeClr val="bg1">
                  <a:lumMod val="50000"/>
                </a:schemeClr>
              </a:solidFill>
              <a:effectLst/>
              <a:latin typeface="Arial" panose="020B0604020202020204" pitchFamily="34" charset="0"/>
              <a:ea typeface="Arial"/>
              <a:cs typeface="Arial" panose="020B0604020202020204" pitchFamily="34" charset="0"/>
            </a:endParaRPr>
          </a:p>
        </p:txBody>
      </p:sp>
      <p:sp>
        <p:nvSpPr>
          <p:cNvPr id="139" name="Título 8">
            <a:extLst>
              <a:ext uri="{FF2B5EF4-FFF2-40B4-BE49-F238E27FC236}">
                <a16:creationId xmlns:a16="http://schemas.microsoft.com/office/drawing/2014/main" id="{A32EA241-5E6E-9F8A-5D87-38081E42DA4E}"/>
              </a:ext>
            </a:extLst>
          </p:cNvPr>
          <p:cNvSpPr txBox="1"/>
          <p:nvPr/>
        </p:nvSpPr>
        <p:spPr>
          <a:xfrm>
            <a:off x="534563" y="861910"/>
            <a:ext cx="10159104" cy="536362"/>
          </a:xfrm>
          <a:prstGeom prst="rect">
            <a:avLst/>
          </a:prstGeom>
        </p:spPr>
        <p:txBody>
          <a:bodyPr vert="horz" wrap="none" lIns="0" tIns="0" rIns="0" bIns="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ts val="2800"/>
              </a:lnSpc>
            </a:pPr>
            <a:r>
              <a:rPr lang="es-ES" sz="2200" b="1" i="0" strike="noStrike" cap="all" spc="0" baseline="0" noProof="0" dirty="0">
                <a:solidFill>
                  <a:srgbClr val="005198"/>
                </a:solidFill>
                <a:effectLst/>
                <a:latin typeface="Arial" panose="020B0604020202020204" pitchFamily="34" charset="0"/>
                <a:ea typeface="Arial"/>
                <a:cs typeface="Arial" panose="020B0604020202020204" pitchFamily="34" charset="0"/>
              </a:rPr>
              <a:t>ANEXO I: </a:t>
            </a:r>
            <a:r>
              <a:rPr lang="es-ES" sz="2200" b="1" cap="all" noProof="0" dirty="0">
                <a:solidFill>
                  <a:srgbClr val="005198"/>
                </a:solidFill>
                <a:latin typeface="Arial" panose="020B0604020202020204" pitchFamily="34" charset="0"/>
                <a:ea typeface="Arial"/>
                <a:cs typeface="Arial" panose="020B0604020202020204" pitchFamily="34" charset="0"/>
              </a:rPr>
              <a:t>HITOS RETRASADOS</a:t>
            </a:r>
            <a:endParaRPr lang="es-ES" sz="2200" b="1" i="0" strike="noStrike" cap="all" spc="0" baseline="0" noProof="0" dirty="0">
              <a:solidFill>
                <a:srgbClr val="005198"/>
              </a:solidFill>
              <a:effectLst/>
              <a:latin typeface="Arial" panose="020B0604020202020204" pitchFamily="34" charset="0"/>
              <a:ea typeface="Arial"/>
              <a:cs typeface="Arial" panose="020B0604020202020204" pitchFamily="34" charset="0"/>
            </a:endParaRPr>
          </a:p>
          <a:p>
            <a:pPr>
              <a:lnSpc>
                <a:spcPts val="3400"/>
              </a:lnSpc>
            </a:pPr>
            <a:endParaRPr lang="es-ES" sz="2200" b="1" i="0" strike="noStrike" cap="all" spc="0" baseline="0" noProof="0" dirty="0">
              <a:solidFill>
                <a:srgbClr val="005198"/>
              </a:solidFill>
              <a:effectLst/>
              <a:latin typeface="Arial" panose="020B0604020202020204" pitchFamily="34" charset="0"/>
              <a:ea typeface="Arial"/>
              <a:cs typeface="Arial" panose="020B0604020202020204" pitchFamily="34" charset="0"/>
            </a:endParaRPr>
          </a:p>
        </p:txBody>
      </p:sp>
      <p:cxnSp>
        <p:nvCxnSpPr>
          <p:cNvPr id="140" name="Conector recto 139">
            <a:extLst>
              <a:ext uri="{FF2B5EF4-FFF2-40B4-BE49-F238E27FC236}">
                <a16:creationId xmlns:a16="http://schemas.microsoft.com/office/drawing/2014/main" id="{ABFADFF7-D7C9-0756-4361-47FB190267C3}"/>
              </a:ext>
            </a:extLst>
          </p:cNvPr>
          <p:cNvCxnSpPr/>
          <p:nvPr/>
        </p:nvCxnSpPr>
        <p:spPr>
          <a:xfrm>
            <a:off x="546867" y="831096"/>
            <a:ext cx="354273" cy="0"/>
          </a:xfrm>
          <a:prstGeom prst="line">
            <a:avLst/>
          </a:prstGeom>
          <a:ln w="31750">
            <a:solidFill>
              <a:srgbClr val="FA6900"/>
            </a:solidFill>
          </a:ln>
        </p:spPr>
        <p:style>
          <a:lnRef idx="1">
            <a:schemeClr val="accent1"/>
          </a:lnRef>
          <a:fillRef idx="0">
            <a:schemeClr val="accent1"/>
          </a:fillRef>
          <a:effectRef idx="0">
            <a:schemeClr val="accent1"/>
          </a:effectRef>
          <a:fontRef idx="minor">
            <a:schemeClr val="tx1"/>
          </a:fontRef>
        </p:style>
      </p:cxnSp>
      <p:sp>
        <p:nvSpPr>
          <p:cNvPr id="141" name="Marcador de número de diapositiva 3">
            <a:extLst>
              <a:ext uri="{FF2B5EF4-FFF2-40B4-BE49-F238E27FC236}">
                <a16:creationId xmlns:a16="http://schemas.microsoft.com/office/drawing/2014/main" id="{10EC2D02-8D7A-060B-5D8F-A7CFC45F8911}"/>
              </a:ext>
            </a:extLst>
          </p:cNvPr>
          <p:cNvSpPr>
            <a:spLocks noGrp="1"/>
          </p:cNvSpPr>
          <p:nvPr>
            <p:ph type="sldNum" sz="quarter" idx="4"/>
          </p:nvPr>
        </p:nvSpPr>
        <p:spPr>
          <a:xfrm>
            <a:off x="191344" y="6477216"/>
            <a:ext cx="505019" cy="180000"/>
          </a:xfrm>
          <a:prstGeom prst="rect">
            <a:avLst/>
          </a:prstGeom>
        </p:spPr>
        <p:txBody>
          <a:bodyPr vert="horz" lIns="0" tIns="0" rIns="0" bIns="0" rtlCol="0" anchor="ctr"/>
          <a:lstStyle>
            <a:defPPr>
              <a:defRPr lang="en-US"/>
            </a:defPPr>
            <a:lvl1pPr marL="0" algn="r" defTabSz="457200" rtl="0" eaLnBrk="1" latinLnBrk="0" hangingPunct="1">
              <a:defRPr sz="1050" b="1" kern="1200">
                <a:solidFill>
                  <a:srgbClr val="005198"/>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569C854-9955-467A-873C-E541C97C6FA2}" type="slidenum">
              <a:rPr lang="es-ES" noProof="0" smtClean="0">
                <a:latin typeface="Arial" panose="020B0604020202020204" pitchFamily="34" charset="0"/>
                <a:cs typeface="Arial" panose="020B0604020202020204" pitchFamily="34" charset="0"/>
              </a:rPr>
              <a:t>17</a:t>
            </a:fld>
            <a:endParaRPr lang="es-ES" noProof="0" dirty="0">
              <a:latin typeface="Arial" panose="020B0604020202020204" pitchFamily="34" charset="0"/>
              <a:cs typeface="Arial" panose="020B0604020202020204" pitchFamily="34" charset="0"/>
            </a:endParaRPr>
          </a:p>
        </p:txBody>
      </p:sp>
      <p:sp>
        <p:nvSpPr>
          <p:cNvPr id="2" name="Marcador de pie de página 2">
            <a:extLst>
              <a:ext uri="{FF2B5EF4-FFF2-40B4-BE49-F238E27FC236}">
                <a16:creationId xmlns:a16="http://schemas.microsoft.com/office/drawing/2014/main" id="{48AA4F43-C571-B0D2-B3BC-C74A0E4A8DBC}"/>
              </a:ext>
            </a:extLst>
          </p:cNvPr>
          <p:cNvSpPr>
            <a:spLocks noGrp="1"/>
          </p:cNvSpPr>
          <p:nvPr>
            <p:ph type="ftr" sz="quarter" idx="3"/>
          </p:nvPr>
        </p:nvSpPr>
        <p:spPr>
          <a:xfrm>
            <a:off x="766800" y="6408000"/>
            <a:ext cx="7153350" cy="322448"/>
          </a:xfrm>
        </p:spPr>
        <p:txBody>
          <a:bodyPr/>
          <a:lstStyle/>
          <a:p>
            <a:r>
              <a:rPr lang="es-ES" sz="1050" b="0" i="0" strike="noStrike" cap="none" spc="0" baseline="0" noProof="0" dirty="0">
                <a:solidFill>
                  <a:srgbClr val="005198"/>
                </a:solidFill>
                <a:effectLst/>
                <a:ea typeface="Arial"/>
              </a:rPr>
              <a:t>INNOVATION IN WAREHOUSING AND SUPPLY CHAIN</a:t>
            </a:r>
            <a:endParaRPr lang="es-ES" noProof="0" dirty="0"/>
          </a:p>
        </p:txBody>
      </p:sp>
      <p:sp>
        <p:nvSpPr>
          <p:cNvPr id="3" name="CuadroTexto 2">
            <a:extLst>
              <a:ext uri="{FF2B5EF4-FFF2-40B4-BE49-F238E27FC236}">
                <a16:creationId xmlns:a16="http://schemas.microsoft.com/office/drawing/2014/main" id="{CC476563-599E-E3C2-B623-CAA65217F08A}"/>
              </a:ext>
            </a:extLst>
          </p:cNvPr>
          <p:cNvSpPr txBox="1"/>
          <p:nvPr/>
        </p:nvSpPr>
        <p:spPr>
          <a:xfrm>
            <a:off x="145343" y="3432876"/>
            <a:ext cx="1443793" cy="338554"/>
          </a:xfrm>
          <a:prstGeom prst="rect">
            <a:avLst/>
          </a:prstGeom>
          <a:noFill/>
        </p:spPr>
        <p:txBody>
          <a:bodyPr wrap="none" rtlCol="0">
            <a:spAutoFit/>
          </a:bodyPr>
          <a:lstStyle/>
          <a:p>
            <a:r>
              <a:rPr lang="es-ES" sz="1600" b="1" cap="all" noProof="0" dirty="0">
                <a:solidFill>
                  <a:srgbClr val="005198"/>
                </a:solidFill>
                <a:latin typeface="Arial" panose="020B0604020202020204" pitchFamily="34" charset="0"/>
                <a:cs typeface="Arial" panose="020B0604020202020204" pitchFamily="34" charset="0"/>
              </a:rPr>
              <a:t>Validación</a:t>
            </a:r>
          </a:p>
        </p:txBody>
      </p:sp>
      <p:sp>
        <p:nvSpPr>
          <p:cNvPr id="5" name="CuadroTexto 4">
            <a:extLst>
              <a:ext uri="{FF2B5EF4-FFF2-40B4-BE49-F238E27FC236}">
                <a16:creationId xmlns:a16="http://schemas.microsoft.com/office/drawing/2014/main" id="{E51A41C6-D665-1563-2216-D14675B93F95}"/>
              </a:ext>
            </a:extLst>
          </p:cNvPr>
          <p:cNvSpPr txBox="1"/>
          <p:nvPr/>
        </p:nvSpPr>
        <p:spPr>
          <a:xfrm>
            <a:off x="145343" y="3691506"/>
            <a:ext cx="11270087" cy="2462213"/>
          </a:xfrm>
          <a:prstGeom prst="rect">
            <a:avLst/>
          </a:prstGeom>
          <a:noFill/>
        </p:spPr>
        <p:txBody>
          <a:bodyPr wrap="square">
            <a:spAutoFit/>
          </a:bodyPr>
          <a:lstStyle>
            <a:defPPr>
              <a:defRPr lang="en-US"/>
            </a:defPPr>
            <a:lvl1pPr marL="285750" indent="-285750" algn="just">
              <a:lnSpc>
                <a:spcPct val="100000"/>
              </a:lnSpc>
              <a:spcBef>
                <a:spcPts val="0"/>
              </a:spcBef>
              <a:buFont typeface="Arial" panose="020B0604020202020204" pitchFamily="34" charset="0"/>
              <a:buChar char="•"/>
              <a:defRPr sz="1400">
                <a:latin typeface="Segoe UI" panose="020B0502040204020203" pitchFamily="34" charset="0"/>
                <a:cs typeface="Segoe UI" panose="020B0502040204020203" pitchFamily="34" charset="0"/>
              </a:defRPr>
            </a:lvl1pPr>
          </a:lstStyle>
          <a:p>
            <a:pPr marL="0" indent="0" algn="l" defTabSz="914400">
              <a:buNone/>
              <a:defRPr/>
            </a:pPr>
            <a:endParaRPr lang="es-ES" sz="1100" noProof="0" dirty="0"/>
          </a:p>
          <a:p>
            <a:pPr marL="171450" indent="-171450" algn="l" defTabSz="914400">
              <a:defRPr/>
            </a:pPr>
            <a:r>
              <a:rPr lang="es-ES" sz="1100" noProof="0" dirty="0"/>
              <a:t>ZUKAN - Actualización EasyWMS (176 h): Cliente no aprobó ni valido el plan de pruebas en la fecha acordada, dispone de toda la documentación que fue enviada por Mecalux.</a:t>
            </a:r>
          </a:p>
          <a:p>
            <a:pPr marL="171450" indent="-171450" algn="l" defTabSz="914400">
              <a:defRPr/>
            </a:pPr>
            <a:r>
              <a:rPr lang="es-ES" sz="1100" noProof="0" dirty="0"/>
              <a:t>OSHKOSH DEFENSE (205 h): Se detectaron problemas en el método de conexión con el cliente y en la exportación de datos, ya solucionados.</a:t>
            </a:r>
          </a:p>
          <a:p>
            <a:pPr marL="171450" indent="-171450" algn="l" defTabSz="914400">
              <a:defRPr/>
            </a:pPr>
            <a:r>
              <a:rPr lang="es-ES" sz="1100" noProof="0" dirty="0"/>
              <a:t>PRIM - Nueva agencia Eurotranspharma (147 h): Implementado, pendiente de validación por parte del cliente, no dispone de recursos.</a:t>
            </a:r>
          </a:p>
          <a:p>
            <a:pPr marL="171450" indent="-171450" algn="l" defTabSz="914400">
              <a:defRPr/>
            </a:pPr>
            <a:r>
              <a:rPr lang="es-ES" sz="1100" dirty="0"/>
              <a:t>FRIMAR PANADEROS SL - Modificar asignación stock (122h): No se pudo planificar las pruebas con el cliente para la validación final por problemas de disponibilidad. Se replanifica a noviembre.</a:t>
            </a:r>
          </a:p>
          <a:p>
            <a:pPr marL="171450" indent="-171450" algn="l" defTabSz="914400">
              <a:defRPr/>
            </a:pPr>
            <a:r>
              <a:rPr lang="es-ES" sz="1100" noProof="0" dirty="0"/>
              <a:t>CHIGGIATO SPA - Comunicación con cliente 3PL (176 h): Se replanifica a falta de que el integrador de SAP finalice sus desarrollos, por parte de Mecalux todos finalizado pendiente de la validar.</a:t>
            </a:r>
          </a:p>
          <a:p>
            <a:pPr marL="171450" indent="-171450" algn="l" defTabSz="914400">
              <a:defRPr/>
            </a:pPr>
            <a:r>
              <a:rPr lang="es-ES" sz="1100" noProof="0" dirty="0"/>
              <a:t>MAQUITEN, S.A. - PANELES e INFORME (144 h): Equipo inicialmente no fue capaz de identificar y definir la necesidad del cliente. </a:t>
            </a:r>
            <a:r>
              <a:rPr lang="es-ES" sz="1100" dirty="0"/>
              <a:t>Punto aclarado que se escalará al departamento comercial.</a:t>
            </a:r>
            <a:endParaRPr lang="es-ES" sz="1100" noProof="0" dirty="0"/>
          </a:p>
          <a:p>
            <a:pPr marL="171450" indent="-171450" algn="l" defTabSz="914400">
              <a:defRPr/>
            </a:pPr>
            <a:r>
              <a:rPr lang="es-ES" sz="1100" noProof="0" dirty="0"/>
              <a:t>MOTOS BORDOY, S.A. - Labor Management ( 124 h): Se para el proyecto, se escala comercialmente para que se revise la oferta, no encaja con los requisitos del cliente</a:t>
            </a:r>
          </a:p>
          <a:p>
            <a:pPr marL="171450" indent="-171450" algn="l" defTabSz="914400">
              <a:defRPr/>
            </a:pPr>
            <a:r>
              <a:rPr lang="es-ES" sz="1100" dirty="0"/>
              <a:t>LEK S.A. (250 h): Se detectaron problemas en las validaciones que obligan a revisar escenarios y simulaciones por parte del equipo. Como consecuencia no hemos finalizado todas las pruebas planificadas.</a:t>
            </a:r>
          </a:p>
          <a:p>
            <a:pPr marL="171450" indent="-171450" algn="l" defTabSz="914400">
              <a:defRPr/>
            </a:pPr>
            <a:endParaRPr lang="es-ES" sz="1100" noProof="0" dirty="0"/>
          </a:p>
        </p:txBody>
      </p:sp>
      <p:sp>
        <p:nvSpPr>
          <p:cNvPr id="9" name="CuadroTexto 8">
            <a:extLst>
              <a:ext uri="{FF2B5EF4-FFF2-40B4-BE49-F238E27FC236}">
                <a16:creationId xmlns:a16="http://schemas.microsoft.com/office/drawing/2014/main" id="{3D0D8383-35DC-FFE3-6569-2E210535E145}"/>
              </a:ext>
            </a:extLst>
          </p:cNvPr>
          <p:cNvSpPr txBox="1"/>
          <p:nvPr/>
        </p:nvSpPr>
        <p:spPr>
          <a:xfrm>
            <a:off x="191344" y="2079424"/>
            <a:ext cx="970137" cy="338554"/>
          </a:xfrm>
          <a:prstGeom prst="rect">
            <a:avLst/>
          </a:prstGeom>
          <a:noFill/>
        </p:spPr>
        <p:txBody>
          <a:bodyPr wrap="none" rtlCol="0">
            <a:spAutoFit/>
          </a:bodyPr>
          <a:lstStyle/>
          <a:p>
            <a:r>
              <a:rPr lang="es-ES" sz="1600" b="1" cap="all" noProof="0" dirty="0">
                <a:solidFill>
                  <a:srgbClr val="005198"/>
                </a:solidFill>
                <a:latin typeface="Arial" panose="020B0604020202020204" pitchFamily="34" charset="0"/>
                <a:cs typeface="Arial" panose="020B0604020202020204" pitchFamily="34" charset="0"/>
              </a:rPr>
              <a:t>DISEÑO</a:t>
            </a:r>
          </a:p>
        </p:txBody>
      </p:sp>
      <p:sp>
        <p:nvSpPr>
          <p:cNvPr id="12" name="CuadroTexto 11">
            <a:extLst>
              <a:ext uri="{FF2B5EF4-FFF2-40B4-BE49-F238E27FC236}">
                <a16:creationId xmlns:a16="http://schemas.microsoft.com/office/drawing/2014/main" id="{732B8CD3-14F2-EBB6-D3C7-B800EEA3C478}"/>
              </a:ext>
            </a:extLst>
          </p:cNvPr>
          <p:cNvSpPr txBox="1"/>
          <p:nvPr/>
        </p:nvSpPr>
        <p:spPr>
          <a:xfrm>
            <a:off x="108126" y="2567723"/>
            <a:ext cx="11270087" cy="769441"/>
          </a:xfrm>
          <a:prstGeom prst="rect">
            <a:avLst/>
          </a:prstGeom>
          <a:noFill/>
        </p:spPr>
        <p:txBody>
          <a:bodyPr wrap="square">
            <a:spAutoFit/>
          </a:bodyPr>
          <a:lstStyle>
            <a:defPPr>
              <a:defRPr lang="en-US"/>
            </a:defPPr>
            <a:lvl1pPr marL="285750" indent="-285750" algn="just">
              <a:lnSpc>
                <a:spcPct val="100000"/>
              </a:lnSpc>
              <a:spcBef>
                <a:spcPts val="0"/>
              </a:spcBef>
              <a:buFont typeface="Arial" panose="020B0604020202020204" pitchFamily="34" charset="0"/>
              <a:buChar char="•"/>
              <a:defRPr sz="1400">
                <a:latin typeface="Segoe UI" panose="020B0502040204020203" pitchFamily="34" charset="0"/>
                <a:cs typeface="Segoe UI" panose="020B0502040204020203" pitchFamily="34" charset="0"/>
              </a:defRPr>
            </a:lvl1pPr>
          </a:lstStyle>
          <a:p>
            <a:pPr marL="171450" indent="-171450" algn="l" defTabSz="914400">
              <a:defRPr/>
            </a:pPr>
            <a:r>
              <a:rPr lang="es-ES" sz="1100" noProof="0" dirty="0"/>
              <a:t>DIAGER (152 h):  Se replanifica la firma funcional por retraso del cliente a la hora de proporcionar datos solicitados para el análisis previo de la solución.</a:t>
            </a:r>
          </a:p>
          <a:p>
            <a:pPr marL="171450" indent="-171450" algn="l" defTabSz="914400">
              <a:defRPr/>
            </a:pPr>
            <a:r>
              <a:rPr lang="es-ES" sz="1100" noProof="0" dirty="0"/>
              <a:t>BROWNE (143 h): Se replanifica por la falta de los contactos de los técnicos asignados por la agencia para la integración.</a:t>
            </a:r>
          </a:p>
          <a:p>
            <a:pPr marL="171450" indent="-171450" algn="l" defTabSz="914400">
              <a:defRPr/>
            </a:pPr>
            <a:r>
              <a:rPr lang="es-ES" sz="1100" noProof="0" dirty="0"/>
              <a:t>BIEFFE MEDITAL, S.A. (144 h): No se finalizó el AF en la fecha planificada. Se envió al cliente para su revisión a comienzos de octubre. Pendiente de feedback por parte del cliente</a:t>
            </a:r>
          </a:p>
          <a:p>
            <a:pPr marL="171450" indent="-171450" algn="l" defTabSz="914400">
              <a:defRPr/>
            </a:pPr>
            <a:r>
              <a:rPr lang="es-ES" sz="1100" noProof="0" dirty="0"/>
              <a:t>MAQUITEN, S.A. - Puntos 2,3,7,13,14 : Se detecta un cambio de alcance  y se escala a comercial, pendiente de envío de oferta al cliente para incluir la funcionalidad en el alcance</a:t>
            </a:r>
          </a:p>
        </p:txBody>
      </p:sp>
      <p:sp>
        <p:nvSpPr>
          <p:cNvPr id="6" name="CuadroTexto 5">
            <a:extLst>
              <a:ext uri="{FF2B5EF4-FFF2-40B4-BE49-F238E27FC236}">
                <a16:creationId xmlns:a16="http://schemas.microsoft.com/office/drawing/2014/main" id="{DDE8BD66-35C8-1AA7-9D8E-CEA1EEE49450}"/>
              </a:ext>
            </a:extLst>
          </p:cNvPr>
          <p:cNvSpPr txBox="1"/>
          <p:nvPr/>
        </p:nvSpPr>
        <p:spPr>
          <a:xfrm>
            <a:off x="230096" y="1312223"/>
            <a:ext cx="1164101" cy="338554"/>
          </a:xfrm>
          <a:prstGeom prst="rect">
            <a:avLst/>
          </a:prstGeom>
          <a:noFill/>
        </p:spPr>
        <p:txBody>
          <a:bodyPr wrap="none" rtlCol="0">
            <a:spAutoFit/>
          </a:bodyPr>
          <a:lstStyle/>
          <a:p>
            <a:r>
              <a:rPr lang="es-ES" sz="1600" b="1" cap="all" noProof="0" dirty="0">
                <a:solidFill>
                  <a:srgbClr val="005198"/>
                </a:solidFill>
                <a:latin typeface="Arial" panose="020B0604020202020204" pitchFamily="34" charset="0"/>
                <a:cs typeface="Arial" panose="020B0604020202020204" pitchFamily="34" charset="0"/>
              </a:rPr>
              <a:t>KICK-OFF</a:t>
            </a:r>
          </a:p>
        </p:txBody>
      </p:sp>
      <p:sp>
        <p:nvSpPr>
          <p:cNvPr id="10" name="CuadroTexto 9">
            <a:extLst>
              <a:ext uri="{FF2B5EF4-FFF2-40B4-BE49-F238E27FC236}">
                <a16:creationId xmlns:a16="http://schemas.microsoft.com/office/drawing/2014/main" id="{2B4F7EBE-51AF-AA7D-D96B-48EE8D99A3DD}"/>
              </a:ext>
            </a:extLst>
          </p:cNvPr>
          <p:cNvSpPr txBox="1"/>
          <p:nvPr/>
        </p:nvSpPr>
        <p:spPr>
          <a:xfrm>
            <a:off x="108126" y="1645983"/>
            <a:ext cx="11270087" cy="600164"/>
          </a:xfrm>
          <a:prstGeom prst="rect">
            <a:avLst/>
          </a:prstGeom>
          <a:noFill/>
        </p:spPr>
        <p:txBody>
          <a:bodyPr wrap="square">
            <a:spAutoFit/>
          </a:bodyPr>
          <a:lstStyle>
            <a:defPPr>
              <a:defRPr lang="en-US"/>
            </a:defPPr>
            <a:lvl1pPr marL="285750" indent="-285750" algn="just">
              <a:lnSpc>
                <a:spcPct val="100000"/>
              </a:lnSpc>
              <a:spcBef>
                <a:spcPts val="0"/>
              </a:spcBef>
              <a:buFont typeface="Arial" panose="020B0604020202020204" pitchFamily="34" charset="0"/>
              <a:buChar char="•"/>
              <a:defRPr sz="1400">
                <a:latin typeface="Segoe UI" panose="020B0502040204020203" pitchFamily="34" charset="0"/>
                <a:cs typeface="Segoe UI" panose="020B0502040204020203" pitchFamily="34" charset="0"/>
              </a:defRPr>
            </a:lvl1pPr>
          </a:lstStyle>
          <a:p>
            <a:pPr marL="171450" indent="-171450" algn="l" defTabSz="914400">
              <a:defRPr/>
            </a:pPr>
            <a:r>
              <a:rPr lang="es-ES" sz="1100" noProof="0" dirty="0"/>
              <a:t>BASF CATALISADORES (107 h): Se detecto un fuera de alcance en la revisión de la documentación de ofertas. </a:t>
            </a:r>
            <a:r>
              <a:rPr lang="es-ES" sz="1100" dirty="0"/>
              <a:t> Pendiente de revisión de la oferta por parte del equipo de oficina técnica</a:t>
            </a:r>
            <a:endParaRPr lang="es-ES" sz="1100" noProof="0" dirty="0"/>
          </a:p>
          <a:p>
            <a:pPr marL="171450" indent="-171450" algn="l" defTabSz="914400">
              <a:defRPr/>
            </a:pPr>
            <a:endParaRPr lang="es-ES" sz="1100" noProof="0" dirty="0"/>
          </a:p>
        </p:txBody>
      </p:sp>
    </p:spTree>
    <p:extLst>
      <p:ext uri="{BB962C8B-B14F-4D97-AF65-F5344CB8AC3E}">
        <p14:creationId xmlns:p14="http://schemas.microsoft.com/office/powerpoint/2010/main" val="2595650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0E9109-FB44-6BF0-35CE-169483A4ED55}"/>
            </a:ext>
          </a:extLst>
        </p:cNvPr>
        <p:cNvGrpSpPr/>
        <p:nvPr/>
      </p:nvGrpSpPr>
      <p:grpSpPr>
        <a:xfrm>
          <a:off x="0" y="0"/>
          <a:ext cx="0" cy="0"/>
          <a:chOff x="0" y="0"/>
          <a:chExt cx="0" cy="0"/>
        </a:xfrm>
      </p:grpSpPr>
      <p:sp>
        <p:nvSpPr>
          <p:cNvPr id="138" name="CuadroTexto 137">
            <a:extLst>
              <a:ext uri="{FF2B5EF4-FFF2-40B4-BE49-F238E27FC236}">
                <a16:creationId xmlns:a16="http://schemas.microsoft.com/office/drawing/2014/main" id="{A7BBD0E0-15EF-9B07-55DD-1CC0275D3BCF}"/>
              </a:ext>
            </a:extLst>
          </p:cNvPr>
          <p:cNvSpPr txBox="1"/>
          <p:nvPr/>
        </p:nvSpPr>
        <p:spPr>
          <a:xfrm>
            <a:off x="534563" y="255103"/>
            <a:ext cx="6178550" cy="276999"/>
          </a:xfrm>
          <a:prstGeom prst="rect">
            <a:avLst/>
          </a:prstGeom>
          <a:noFill/>
        </p:spPr>
        <p:txBody>
          <a:bodyPr wrap="square" lIns="0" rIns="0">
            <a:spAutoFit/>
          </a:bodyPr>
          <a:lstStyle/>
          <a:p>
            <a:r>
              <a:rPr lang="es-ES" sz="1200" noProof="0" dirty="0">
                <a:solidFill>
                  <a:schemeClr val="bg1">
                    <a:lumMod val="50000"/>
                  </a:schemeClr>
                </a:solidFill>
                <a:latin typeface="Arial" panose="020B0604020202020204" pitchFamily="34" charset="0"/>
                <a:ea typeface="Arial"/>
                <a:cs typeface="Arial" panose="020B0604020202020204" pitchFamily="34" charset="0"/>
              </a:rPr>
              <a:t>AMPLIACIONES</a:t>
            </a:r>
            <a:endParaRPr lang="es-ES" sz="1200" b="0" i="0" strike="noStrike" cap="none" spc="0" baseline="0" noProof="0" dirty="0">
              <a:solidFill>
                <a:schemeClr val="bg1">
                  <a:lumMod val="50000"/>
                </a:schemeClr>
              </a:solidFill>
              <a:effectLst/>
              <a:latin typeface="Arial" panose="020B0604020202020204" pitchFamily="34" charset="0"/>
              <a:ea typeface="Arial"/>
              <a:cs typeface="Arial" panose="020B0604020202020204" pitchFamily="34" charset="0"/>
            </a:endParaRPr>
          </a:p>
        </p:txBody>
      </p:sp>
      <p:sp>
        <p:nvSpPr>
          <p:cNvPr id="139" name="Título 8">
            <a:extLst>
              <a:ext uri="{FF2B5EF4-FFF2-40B4-BE49-F238E27FC236}">
                <a16:creationId xmlns:a16="http://schemas.microsoft.com/office/drawing/2014/main" id="{983BE95F-ECB1-1372-7E32-36A0A78D5667}"/>
              </a:ext>
            </a:extLst>
          </p:cNvPr>
          <p:cNvSpPr txBox="1"/>
          <p:nvPr/>
        </p:nvSpPr>
        <p:spPr>
          <a:xfrm>
            <a:off x="534563" y="861910"/>
            <a:ext cx="10159104" cy="536362"/>
          </a:xfrm>
          <a:prstGeom prst="rect">
            <a:avLst/>
          </a:prstGeom>
        </p:spPr>
        <p:txBody>
          <a:bodyPr vert="horz" wrap="none" lIns="0" tIns="0" rIns="0" bIns="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ts val="2800"/>
              </a:lnSpc>
            </a:pPr>
            <a:r>
              <a:rPr lang="es-ES" sz="2200" b="1" i="0" strike="noStrike" cap="all" spc="0" baseline="0" noProof="0" dirty="0">
                <a:solidFill>
                  <a:srgbClr val="005198"/>
                </a:solidFill>
                <a:effectLst/>
                <a:latin typeface="Arial" panose="020B0604020202020204" pitchFamily="34" charset="0"/>
                <a:ea typeface="Arial"/>
                <a:cs typeface="Arial" panose="020B0604020202020204" pitchFamily="34" charset="0"/>
              </a:rPr>
              <a:t>ANEXO I: </a:t>
            </a:r>
            <a:r>
              <a:rPr lang="es-ES" sz="2200" b="1" cap="all" noProof="0" dirty="0">
                <a:solidFill>
                  <a:srgbClr val="005198"/>
                </a:solidFill>
                <a:latin typeface="Arial" panose="020B0604020202020204" pitchFamily="34" charset="0"/>
                <a:ea typeface="Arial"/>
                <a:cs typeface="Arial" panose="020B0604020202020204" pitchFamily="34" charset="0"/>
              </a:rPr>
              <a:t>HITOS RETRASADOS</a:t>
            </a:r>
            <a:endParaRPr lang="es-ES" sz="2200" b="1" i="0" strike="noStrike" cap="all" spc="0" baseline="0" noProof="0" dirty="0">
              <a:solidFill>
                <a:srgbClr val="005198"/>
              </a:solidFill>
              <a:effectLst/>
              <a:latin typeface="Arial" panose="020B0604020202020204" pitchFamily="34" charset="0"/>
              <a:ea typeface="Arial"/>
              <a:cs typeface="Arial" panose="020B0604020202020204" pitchFamily="34" charset="0"/>
            </a:endParaRPr>
          </a:p>
          <a:p>
            <a:pPr>
              <a:lnSpc>
                <a:spcPts val="3400"/>
              </a:lnSpc>
            </a:pPr>
            <a:endParaRPr lang="es-ES" sz="2200" b="1" i="0" strike="noStrike" cap="all" spc="0" baseline="0" noProof="0" dirty="0">
              <a:solidFill>
                <a:srgbClr val="005198"/>
              </a:solidFill>
              <a:effectLst/>
              <a:latin typeface="Arial" panose="020B0604020202020204" pitchFamily="34" charset="0"/>
              <a:ea typeface="Arial"/>
              <a:cs typeface="Arial" panose="020B0604020202020204" pitchFamily="34" charset="0"/>
            </a:endParaRPr>
          </a:p>
        </p:txBody>
      </p:sp>
      <p:cxnSp>
        <p:nvCxnSpPr>
          <p:cNvPr id="140" name="Conector recto 139">
            <a:extLst>
              <a:ext uri="{FF2B5EF4-FFF2-40B4-BE49-F238E27FC236}">
                <a16:creationId xmlns:a16="http://schemas.microsoft.com/office/drawing/2014/main" id="{81AB822A-9549-9354-FC2E-CE5587FA0ED6}"/>
              </a:ext>
            </a:extLst>
          </p:cNvPr>
          <p:cNvCxnSpPr/>
          <p:nvPr/>
        </p:nvCxnSpPr>
        <p:spPr>
          <a:xfrm>
            <a:off x="546867" y="831096"/>
            <a:ext cx="354273" cy="0"/>
          </a:xfrm>
          <a:prstGeom prst="line">
            <a:avLst/>
          </a:prstGeom>
          <a:ln w="31750">
            <a:solidFill>
              <a:srgbClr val="FA6900"/>
            </a:solidFill>
          </a:ln>
        </p:spPr>
        <p:style>
          <a:lnRef idx="1">
            <a:schemeClr val="accent1"/>
          </a:lnRef>
          <a:fillRef idx="0">
            <a:schemeClr val="accent1"/>
          </a:fillRef>
          <a:effectRef idx="0">
            <a:schemeClr val="accent1"/>
          </a:effectRef>
          <a:fontRef idx="minor">
            <a:schemeClr val="tx1"/>
          </a:fontRef>
        </p:style>
      </p:cxnSp>
      <p:sp>
        <p:nvSpPr>
          <p:cNvPr id="141" name="Marcador de número de diapositiva 3">
            <a:extLst>
              <a:ext uri="{FF2B5EF4-FFF2-40B4-BE49-F238E27FC236}">
                <a16:creationId xmlns:a16="http://schemas.microsoft.com/office/drawing/2014/main" id="{F1984C83-46AA-30B5-365D-C535A9E9DDF0}"/>
              </a:ext>
            </a:extLst>
          </p:cNvPr>
          <p:cNvSpPr>
            <a:spLocks noGrp="1"/>
          </p:cNvSpPr>
          <p:nvPr>
            <p:ph type="sldNum" sz="quarter" idx="4"/>
          </p:nvPr>
        </p:nvSpPr>
        <p:spPr>
          <a:xfrm>
            <a:off x="191344" y="6477216"/>
            <a:ext cx="505019" cy="180000"/>
          </a:xfrm>
          <a:prstGeom prst="rect">
            <a:avLst/>
          </a:prstGeom>
        </p:spPr>
        <p:txBody>
          <a:bodyPr vert="horz" lIns="0" tIns="0" rIns="0" bIns="0" rtlCol="0" anchor="ctr"/>
          <a:lstStyle>
            <a:defPPr>
              <a:defRPr lang="en-US"/>
            </a:defPPr>
            <a:lvl1pPr marL="0" algn="r" defTabSz="457200" rtl="0" eaLnBrk="1" latinLnBrk="0" hangingPunct="1">
              <a:defRPr sz="1050" b="1" kern="1200">
                <a:solidFill>
                  <a:srgbClr val="005198"/>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569C854-9955-467A-873C-E541C97C6FA2}" type="slidenum">
              <a:rPr lang="es-ES" noProof="0" smtClean="0">
                <a:latin typeface="Arial" panose="020B0604020202020204" pitchFamily="34" charset="0"/>
                <a:cs typeface="Arial" panose="020B0604020202020204" pitchFamily="34" charset="0"/>
              </a:rPr>
              <a:t>18</a:t>
            </a:fld>
            <a:endParaRPr lang="es-ES" noProof="0" dirty="0">
              <a:latin typeface="Arial" panose="020B0604020202020204" pitchFamily="34" charset="0"/>
              <a:cs typeface="Arial" panose="020B0604020202020204" pitchFamily="34" charset="0"/>
            </a:endParaRPr>
          </a:p>
        </p:txBody>
      </p:sp>
      <p:sp>
        <p:nvSpPr>
          <p:cNvPr id="2" name="Marcador de pie de página 2">
            <a:extLst>
              <a:ext uri="{FF2B5EF4-FFF2-40B4-BE49-F238E27FC236}">
                <a16:creationId xmlns:a16="http://schemas.microsoft.com/office/drawing/2014/main" id="{ABB9B98A-EECB-2E17-93DD-63E0A6660EB0}"/>
              </a:ext>
            </a:extLst>
          </p:cNvPr>
          <p:cNvSpPr>
            <a:spLocks noGrp="1"/>
          </p:cNvSpPr>
          <p:nvPr>
            <p:ph type="ftr" sz="quarter" idx="3"/>
          </p:nvPr>
        </p:nvSpPr>
        <p:spPr>
          <a:xfrm>
            <a:off x="766800" y="6408000"/>
            <a:ext cx="7153350" cy="322448"/>
          </a:xfrm>
        </p:spPr>
        <p:txBody>
          <a:bodyPr/>
          <a:lstStyle/>
          <a:p>
            <a:r>
              <a:rPr lang="es-ES" sz="1050" b="0" i="0" strike="noStrike" cap="none" spc="0" baseline="0" noProof="0" dirty="0">
                <a:solidFill>
                  <a:srgbClr val="005198"/>
                </a:solidFill>
                <a:effectLst/>
                <a:ea typeface="Arial"/>
              </a:rPr>
              <a:t>INNOVATION IN WAREHOUSING AND SUPPLY CHAIN</a:t>
            </a:r>
            <a:endParaRPr lang="es-ES" noProof="0" dirty="0"/>
          </a:p>
        </p:txBody>
      </p:sp>
      <p:sp>
        <p:nvSpPr>
          <p:cNvPr id="8" name="CuadroTexto 7">
            <a:extLst>
              <a:ext uri="{FF2B5EF4-FFF2-40B4-BE49-F238E27FC236}">
                <a16:creationId xmlns:a16="http://schemas.microsoft.com/office/drawing/2014/main" id="{B0FE6A59-8FC2-F890-A55A-E89BDB94B7B4}"/>
              </a:ext>
            </a:extLst>
          </p:cNvPr>
          <p:cNvSpPr txBox="1"/>
          <p:nvPr/>
        </p:nvSpPr>
        <p:spPr>
          <a:xfrm>
            <a:off x="226626" y="1429085"/>
            <a:ext cx="615874" cy="338554"/>
          </a:xfrm>
          <a:prstGeom prst="rect">
            <a:avLst/>
          </a:prstGeom>
          <a:noFill/>
        </p:spPr>
        <p:txBody>
          <a:bodyPr wrap="none" rtlCol="0">
            <a:spAutoFit/>
          </a:bodyPr>
          <a:lstStyle/>
          <a:p>
            <a:r>
              <a:rPr lang="es-ES" sz="1600" b="1" cap="all" noProof="0" dirty="0">
                <a:solidFill>
                  <a:srgbClr val="005198"/>
                </a:solidFill>
                <a:latin typeface="Arial" panose="020B0604020202020204" pitchFamily="34" charset="0"/>
                <a:cs typeface="Arial" panose="020B0604020202020204" pitchFamily="34" charset="0"/>
              </a:rPr>
              <a:t>END</a:t>
            </a:r>
          </a:p>
        </p:txBody>
      </p:sp>
      <p:sp>
        <p:nvSpPr>
          <p:cNvPr id="11" name="CuadroTexto 10">
            <a:extLst>
              <a:ext uri="{FF2B5EF4-FFF2-40B4-BE49-F238E27FC236}">
                <a16:creationId xmlns:a16="http://schemas.microsoft.com/office/drawing/2014/main" id="{131A64CA-AC32-F44C-625A-8995D5A89296}"/>
              </a:ext>
            </a:extLst>
          </p:cNvPr>
          <p:cNvSpPr txBox="1"/>
          <p:nvPr/>
        </p:nvSpPr>
        <p:spPr>
          <a:xfrm>
            <a:off x="226626" y="1864368"/>
            <a:ext cx="11270087" cy="938719"/>
          </a:xfrm>
          <a:prstGeom prst="rect">
            <a:avLst/>
          </a:prstGeom>
          <a:noFill/>
        </p:spPr>
        <p:txBody>
          <a:bodyPr wrap="square">
            <a:spAutoFit/>
          </a:bodyPr>
          <a:lstStyle>
            <a:defPPr>
              <a:defRPr lang="en-US"/>
            </a:defPPr>
            <a:lvl1pPr marL="285750" indent="-285750" algn="just">
              <a:lnSpc>
                <a:spcPct val="100000"/>
              </a:lnSpc>
              <a:spcBef>
                <a:spcPts val="0"/>
              </a:spcBef>
              <a:buFont typeface="Arial" panose="020B0604020202020204" pitchFamily="34" charset="0"/>
              <a:buChar char="•"/>
              <a:defRPr sz="1400">
                <a:latin typeface="Segoe UI" panose="020B0502040204020203" pitchFamily="34" charset="0"/>
                <a:cs typeface="Segoe UI" panose="020B0502040204020203" pitchFamily="34" charset="0"/>
              </a:defRPr>
            </a:lvl1pPr>
          </a:lstStyle>
          <a:p>
            <a:pPr marL="0" indent="0" algn="l" defTabSz="914400">
              <a:buNone/>
              <a:defRPr/>
            </a:pPr>
            <a:endParaRPr lang="es-ES" sz="1100" noProof="0" dirty="0"/>
          </a:p>
          <a:p>
            <a:pPr marL="171450" indent="-171450" algn="l" defTabSz="914400">
              <a:defRPr/>
            </a:pPr>
            <a:r>
              <a:rPr lang="es-ES" sz="1100" noProof="0" dirty="0"/>
              <a:t>HAGER PRODUCTION (331 h): Recurso técnico del cliente no disponible, pendiente de su disponibilidad para realizar la implantación final</a:t>
            </a:r>
          </a:p>
          <a:p>
            <a:pPr marL="171450" indent="-171450" algn="l" defTabSz="914400">
              <a:defRPr/>
            </a:pPr>
            <a:r>
              <a:rPr lang="es-ES" sz="1100" noProof="0" dirty="0"/>
              <a:t>PANIFICADORA DE ALCALA SL- Varios desarrollos (294 h): Tras el Go-Live el cliente escalo que no se cumplía una de las necesidades que tenía, se ha informado a comercial que está revisando el punto.</a:t>
            </a:r>
          </a:p>
          <a:p>
            <a:pPr marL="171450" indent="-171450" algn="l" defTabSz="914400">
              <a:defRPr/>
            </a:pPr>
            <a:r>
              <a:rPr lang="es-ES" sz="1100" noProof="0" dirty="0"/>
              <a:t>MICHELIN ESPAÑA PORTUGAL, S.A. (122 h): Durante las pruebas con el cliente salieron nuevos casos no contemplados en los desarrollos que hay que contemplar.</a:t>
            </a:r>
          </a:p>
        </p:txBody>
      </p:sp>
    </p:spTree>
    <p:extLst>
      <p:ext uri="{BB962C8B-B14F-4D97-AF65-F5344CB8AC3E}">
        <p14:creationId xmlns:p14="http://schemas.microsoft.com/office/powerpoint/2010/main" val="224952158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859CDA6E-3ED6-79D3-EF5F-DE0224B53192}"/>
              </a:ext>
            </a:extLst>
          </p:cNvPr>
          <p:cNvPicPr>
            <a:picLocks noChangeAspect="1"/>
          </p:cNvPicPr>
          <p:nvPr/>
        </p:nvPicPr>
        <p:blipFill rotWithShape="1">
          <a:blip r:embed="rId4">
            <a:extLst>
              <a:ext uri="{28A0092B-C50C-407E-A947-70E740481C1C}">
                <a14:useLocalDpi xmlns:a14="http://schemas.microsoft.com/office/drawing/2010/main" val="0"/>
              </a:ext>
            </a:extLst>
          </a:blip>
          <a:srcRect l="19945" t="15564" r="4860" b="7951"/>
          <a:stretch/>
        </p:blipFill>
        <p:spPr>
          <a:xfrm>
            <a:off x="-24680" y="0"/>
            <a:ext cx="12216680" cy="6858000"/>
          </a:xfrm>
          <a:prstGeom prst="rect">
            <a:avLst/>
          </a:prstGeom>
        </p:spPr>
      </p:pic>
      <p:graphicFrame>
        <p:nvGraphicFramePr>
          <p:cNvPr id="2" name="Object 1" hidden="1">
            <a:extLst>
              <a:ext uri="{FF2B5EF4-FFF2-40B4-BE49-F238E27FC236}">
                <a16:creationId xmlns:a16="http://schemas.microsoft.com/office/drawing/2014/main" id="{8B2B9B42-495D-42ED-B6A9-1027253DB43D}"/>
              </a:ext>
            </a:extLst>
          </p:cNvPr>
          <p:cNvGraphicFramePr>
            <a:graphicFrameLocks noChangeAspect="1"/>
          </p:cNvGraphicFramePr>
          <p:nvPr>
            <p:custDataLst>
              <p:tags r:id="rId1"/>
            </p:custDataLst>
          </p:nvPr>
        </p:nvGraphicFramePr>
        <p:xfrm>
          <a:off x="1251206" y="1440"/>
          <a:ext cx="1440" cy="1440"/>
        </p:xfrm>
        <a:graphic>
          <a:graphicData uri="http://schemas.openxmlformats.org/presentationml/2006/ole">
            <mc:AlternateContent xmlns:mc="http://schemas.openxmlformats.org/markup-compatibility/2006">
              <mc:Choice xmlns:v="urn:schemas-microsoft-com:vml" Requires="v">
                <p:oleObj name="think-cell Slide" r:id="rId5" imgW="338" imgH="338" progId="TCLayout.ActiveDocument.1">
                  <p:embed/>
                </p:oleObj>
              </mc:Choice>
              <mc:Fallback>
                <p:oleObj name="think-cell Slide" r:id="rId5" imgW="338" imgH="338" progId="TCLayout.ActiveDocument.1">
                  <p:embed/>
                  <p:pic>
                    <p:nvPicPr>
                      <p:cNvPr id="2" name="Object 1" hidden="1">
                        <a:extLst>
                          <a:ext uri="{FF2B5EF4-FFF2-40B4-BE49-F238E27FC236}">
                            <a16:creationId xmlns:a16="http://schemas.microsoft.com/office/drawing/2014/main" id="{8B2B9B42-495D-42ED-B6A9-1027253DB43D}"/>
                          </a:ext>
                        </a:extLst>
                      </p:cNvPr>
                      <p:cNvPicPr/>
                      <p:nvPr/>
                    </p:nvPicPr>
                    <p:blipFill>
                      <a:blip r:embed="rId6"/>
                      <a:stretch>
                        <a:fillRect/>
                      </a:stretch>
                    </p:blipFill>
                    <p:spPr>
                      <a:xfrm>
                        <a:off x="1251206" y="1440"/>
                        <a:ext cx="1440" cy="1440"/>
                      </a:xfrm>
                      <a:prstGeom prst="rect">
                        <a:avLst/>
                      </a:prstGeom>
                    </p:spPr>
                  </p:pic>
                </p:oleObj>
              </mc:Fallback>
            </mc:AlternateContent>
          </a:graphicData>
        </a:graphic>
      </p:graphicFrame>
      <p:cxnSp>
        <p:nvCxnSpPr>
          <p:cNvPr id="18" name="Conector recto 15">
            <a:extLst>
              <a:ext uri="{FF2B5EF4-FFF2-40B4-BE49-F238E27FC236}">
                <a16:creationId xmlns:a16="http://schemas.microsoft.com/office/drawing/2014/main" id="{6BEC4EB3-4FD5-2E3A-88E8-CA4478EFE2A5}"/>
              </a:ext>
            </a:extLst>
          </p:cNvPr>
          <p:cNvCxnSpPr/>
          <p:nvPr/>
        </p:nvCxnSpPr>
        <p:spPr>
          <a:xfrm>
            <a:off x="695401" y="3573016"/>
            <a:ext cx="540000" cy="0"/>
          </a:xfrm>
          <a:prstGeom prst="line">
            <a:avLst/>
          </a:prstGeom>
          <a:ln w="57150">
            <a:solidFill>
              <a:srgbClr val="FA6900"/>
            </a:solidFill>
          </a:ln>
        </p:spPr>
        <p:style>
          <a:lnRef idx="1">
            <a:schemeClr val="accent1"/>
          </a:lnRef>
          <a:fillRef idx="0">
            <a:schemeClr val="accent1"/>
          </a:fillRef>
          <a:effectRef idx="0">
            <a:schemeClr val="accent1"/>
          </a:effectRef>
          <a:fontRef idx="minor">
            <a:schemeClr val="tx1"/>
          </a:fontRef>
        </p:style>
      </p:cxnSp>
      <p:sp>
        <p:nvSpPr>
          <p:cNvPr id="19" name="CuadroTexto 34">
            <a:extLst>
              <a:ext uri="{FF2B5EF4-FFF2-40B4-BE49-F238E27FC236}">
                <a16:creationId xmlns:a16="http://schemas.microsoft.com/office/drawing/2014/main" id="{BCA773F1-9CA2-84AB-C2DE-25C07DD82337}"/>
              </a:ext>
            </a:extLst>
          </p:cNvPr>
          <p:cNvSpPr txBox="1"/>
          <p:nvPr/>
        </p:nvSpPr>
        <p:spPr>
          <a:xfrm>
            <a:off x="695401" y="3832736"/>
            <a:ext cx="4203858" cy="430887"/>
          </a:xfrm>
          <a:prstGeom prst="rect">
            <a:avLst/>
          </a:prstGeom>
          <a:noFill/>
          <a:ln cap="flat">
            <a:noFill/>
          </a:ln>
        </p:spPr>
        <p:txBody>
          <a:bodyPr vert="horz" wrap="square" lIns="0" tIns="0" rIns="0" bIns="0" anchor="t" anchorCtr="0" compatLnSpc="1">
            <a:spAutoFit/>
          </a:bodyPr>
          <a:lstStyle>
            <a:defPPr>
              <a:defRPr lang="en-US"/>
            </a:defPPr>
            <a:lvl1pPr algn="ctr">
              <a:defRPr sz="1200" b="1">
                <a:solidFill>
                  <a:schemeClr val="bg1">
                    <a:lumMod val="50000"/>
                  </a:schemeClr>
                </a:solidFill>
              </a:defRPr>
            </a:lvl1pPr>
          </a:lstStyle>
          <a:p>
            <a:pPr algn="l"/>
            <a:r>
              <a:rPr lang="es-ES" sz="2800" noProof="0" dirty="0">
                <a:solidFill>
                  <a:srgbClr val="FFFFFF"/>
                </a:solidFill>
                <a:latin typeface="Arial" panose="020B0604020202020204" pitchFamily="34" charset="0"/>
                <a:ea typeface="Arial"/>
                <a:cs typeface="Arial" panose="020B0604020202020204" pitchFamily="34" charset="0"/>
              </a:rPr>
              <a:t>OTROS TEMAS</a:t>
            </a:r>
            <a:endParaRPr lang="es-ES" sz="2800" b="1" i="0" strike="noStrike" cap="none" spc="0" baseline="0" noProof="0" dirty="0">
              <a:solidFill>
                <a:srgbClr val="FFFFFF"/>
              </a:solidFill>
              <a:effectLst/>
              <a:latin typeface="Arial" panose="020B0604020202020204" pitchFamily="34" charset="0"/>
              <a:ea typeface="Arial"/>
              <a:cs typeface="Arial" panose="020B0604020202020204" pitchFamily="34" charset="0"/>
            </a:endParaRPr>
          </a:p>
        </p:txBody>
      </p:sp>
      <p:sp>
        <p:nvSpPr>
          <p:cNvPr id="23" name="CuadroTexto 34">
            <a:extLst>
              <a:ext uri="{FF2B5EF4-FFF2-40B4-BE49-F238E27FC236}">
                <a16:creationId xmlns:a16="http://schemas.microsoft.com/office/drawing/2014/main" id="{FB1FAF3A-5E05-9AAA-D269-42737D92AA36}"/>
              </a:ext>
            </a:extLst>
          </p:cNvPr>
          <p:cNvSpPr txBox="1"/>
          <p:nvPr/>
        </p:nvSpPr>
        <p:spPr>
          <a:xfrm>
            <a:off x="20440" y="3055458"/>
            <a:ext cx="2289313" cy="419047"/>
          </a:xfrm>
          <a:prstGeom prst="rect">
            <a:avLst/>
          </a:prstGeom>
          <a:noFill/>
          <a:ln cap="flat">
            <a:noFill/>
          </a:ln>
        </p:spPr>
        <p:txBody>
          <a:bodyPr vert="horz" wrap="square" lIns="0" tIns="0" rIns="0" bIns="0" anchor="ctr" anchorCtr="0" compatLnSpc="1">
            <a:spAutoFit/>
          </a:bodyPr>
          <a:lstStyle/>
          <a:p>
            <a:pPr marL="0" marR="0" lvl="0" indent="0" algn="ctr" defTabSz="914217" rtl="0" fontAlgn="auto" hangingPunct="1">
              <a:lnSpc>
                <a:spcPts val="1600"/>
              </a:lnSpc>
              <a:spcBef>
                <a:spcPct val="0"/>
              </a:spcBef>
              <a:spcAft>
                <a:spcPct val="0"/>
              </a:spcAft>
              <a:buNone/>
              <a:defRPr sz="1800" b="0" i="0" u="none" strike="noStrike" kern="0" cap="none" spc="0" baseline="0">
                <a:solidFill>
                  <a:srgbClr val="000000"/>
                </a:solidFill>
                <a:uFillTx/>
              </a:defRPr>
            </a:pPr>
            <a:r>
              <a:rPr lang="es-ES" sz="8800" b="1" i="0" strike="noStrike" cap="none" spc="0" baseline="0" noProof="0" dirty="0">
                <a:solidFill>
                  <a:srgbClr val="FFFFFF"/>
                </a:solidFill>
                <a:effectLst/>
                <a:latin typeface="Arial" panose="020B0604020202020204" pitchFamily="34" charset="0"/>
                <a:ea typeface="Arial"/>
                <a:cs typeface="Arial" panose="020B0604020202020204" pitchFamily="34" charset="0"/>
              </a:rPr>
              <a:t>02</a:t>
            </a:r>
            <a:endParaRPr lang="es-ES" sz="8800" b="1" i="0" u="none" strike="noStrike" kern="1200" cap="none" spc="0" baseline="0" noProof="0" dirty="0">
              <a:solidFill>
                <a:schemeClr val="bg1"/>
              </a:solidFill>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855778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CuadroTexto 137">
            <a:extLst>
              <a:ext uri="{FF2B5EF4-FFF2-40B4-BE49-F238E27FC236}">
                <a16:creationId xmlns:a16="http://schemas.microsoft.com/office/drawing/2014/main" id="{719ACDDE-B06C-055E-5AA7-3FE66521F5A2}"/>
              </a:ext>
            </a:extLst>
          </p:cNvPr>
          <p:cNvSpPr txBox="1"/>
          <p:nvPr/>
        </p:nvSpPr>
        <p:spPr>
          <a:xfrm>
            <a:off x="534563" y="255103"/>
            <a:ext cx="6178550" cy="276999"/>
          </a:xfrm>
          <a:prstGeom prst="rect">
            <a:avLst/>
          </a:prstGeom>
          <a:noFill/>
        </p:spPr>
        <p:txBody>
          <a:bodyPr wrap="square" lIns="0" rIns="0">
            <a:spAutoFit/>
          </a:bodyPr>
          <a:lstStyle/>
          <a:p>
            <a:r>
              <a:rPr lang="es-ES" sz="1200" noProof="0" dirty="0">
                <a:solidFill>
                  <a:schemeClr val="bg1">
                    <a:lumMod val="50000"/>
                  </a:schemeClr>
                </a:solidFill>
                <a:latin typeface="Arial" panose="020B0604020202020204" pitchFamily="34" charset="0"/>
                <a:ea typeface="Arial"/>
                <a:cs typeface="Arial" panose="020B0604020202020204" pitchFamily="34" charset="0"/>
              </a:rPr>
              <a:t>AMPLIACIONES</a:t>
            </a:r>
            <a:endParaRPr lang="es-ES" sz="1200" b="0" i="0" strike="noStrike" cap="none" spc="0" baseline="0" noProof="0" dirty="0">
              <a:solidFill>
                <a:schemeClr val="bg1">
                  <a:lumMod val="50000"/>
                </a:schemeClr>
              </a:solidFill>
              <a:effectLst/>
              <a:latin typeface="Arial" panose="020B0604020202020204" pitchFamily="34" charset="0"/>
              <a:ea typeface="Arial"/>
              <a:cs typeface="Arial" panose="020B0604020202020204" pitchFamily="34" charset="0"/>
            </a:endParaRPr>
          </a:p>
        </p:txBody>
      </p:sp>
      <p:sp>
        <p:nvSpPr>
          <p:cNvPr id="139" name="Título 8">
            <a:extLst>
              <a:ext uri="{FF2B5EF4-FFF2-40B4-BE49-F238E27FC236}">
                <a16:creationId xmlns:a16="http://schemas.microsoft.com/office/drawing/2014/main" id="{A32EA241-5E6E-9F8A-5D87-38081E42DA4E}"/>
              </a:ext>
            </a:extLst>
          </p:cNvPr>
          <p:cNvSpPr txBox="1"/>
          <p:nvPr/>
        </p:nvSpPr>
        <p:spPr>
          <a:xfrm>
            <a:off x="534563" y="861910"/>
            <a:ext cx="10159104" cy="536362"/>
          </a:xfrm>
          <a:prstGeom prst="rect">
            <a:avLst/>
          </a:prstGeom>
        </p:spPr>
        <p:txBody>
          <a:bodyPr vert="horz" wrap="none" lIns="0" tIns="0" rIns="0" bIns="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ts val="2800"/>
              </a:lnSpc>
            </a:pPr>
            <a:r>
              <a:rPr lang="es-ES" sz="2200" b="1" cap="all" noProof="0" dirty="0">
                <a:solidFill>
                  <a:srgbClr val="005198"/>
                </a:solidFill>
                <a:latin typeface="Arial" panose="020B0604020202020204" pitchFamily="34" charset="0"/>
                <a:ea typeface="Arial"/>
                <a:cs typeface="Arial" panose="020B0604020202020204" pitchFamily="34" charset="0"/>
              </a:rPr>
              <a:t>OTROS TEMAS</a:t>
            </a:r>
            <a:endParaRPr lang="es-ES" sz="2200" b="1" i="0" strike="noStrike" cap="all" spc="0" baseline="0" noProof="0" dirty="0">
              <a:solidFill>
                <a:srgbClr val="005198"/>
              </a:solidFill>
              <a:effectLst/>
              <a:latin typeface="Arial" panose="020B0604020202020204" pitchFamily="34" charset="0"/>
              <a:ea typeface="Arial"/>
              <a:cs typeface="Arial" panose="020B0604020202020204" pitchFamily="34" charset="0"/>
            </a:endParaRPr>
          </a:p>
          <a:p>
            <a:pPr>
              <a:lnSpc>
                <a:spcPts val="3400"/>
              </a:lnSpc>
            </a:pPr>
            <a:endParaRPr lang="es-ES" sz="2200" b="1" i="0" strike="noStrike" cap="all" spc="0" baseline="0" noProof="0" dirty="0">
              <a:solidFill>
                <a:srgbClr val="005198"/>
              </a:solidFill>
              <a:effectLst/>
              <a:latin typeface="Arial" panose="020B0604020202020204" pitchFamily="34" charset="0"/>
              <a:ea typeface="Arial"/>
              <a:cs typeface="Arial" panose="020B0604020202020204" pitchFamily="34" charset="0"/>
            </a:endParaRPr>
          </a:p>
        </p:txBody>
      </p:sp>
      <p:cxnSp>
        <p:nvCxnSpPr>
          <p:cNvPr id="140" name="Conector recto 139">
            <a:extLst>
              <a:ext uri="{FF2B5EF4-FFF2-40B4-BE49-F238E27FC236}">
                <a16:creationId xmlns:a16="http://schemas.microsoft.com/office/drawing/2014/main" id="{ABFADFF7-D7C9-0756-4361-47FB190267C3}"/>
              </a:ext>
            </a:extLst>
          </p:cNvPr>
          <p:cNvCxnSpPr/>
          <p:nvPr/>
        </p:nvCxnSpPr>
        <p:spPr>
          <a:xfrm>
            <a:off x="546867" y="831096"/>
            <a:ext cx="354273" cy="0"/>
          </a:xfrm>
          <a:prstGeom prst="line">
            <a:avLst/>
          </a:prstGeom>
          <a:ln w="31750">
            <a:solidFill>
              <a:srgbClr val="FA6900"/>
            </a:solidFill>
          </a:ln>
        </p:spPr>
        <p:style>
          <a:lnRef idx="1">
            <a:schemeClr val="accent1"/>
          </a:lnRef>
          <a:fillRef idx="0">
            <a:schemeClr val="accent1"/>
          </a:fillRef>
          <a:effectRef idx="0">
            <a:schemeClr val="accent1"/>
          </a:effectRef>
          <a:fontRef idx="minor">
            <a:schemeClr val="tx1"/>
          </a:fontRef>
        </p:style>
      </p:cxnSp>
      <p:sp>
        <p:nvSpPr>
          <p:cNvPr id="141" name="Marcador de número de diapositiva 3">
            <a:extLst>
              <a:ext uri="{FF2B5EF4-FFF2-40B4-BE49-F238E27FC236}">
                <a16:creationId xmlns:a16="http://schemas.microsoft.com/office/drawing/2014/main" id="{10EC2D02-8D7A-060B-5D8F-A7CFC45F8911}"/>
              </a:ext>
            </a:extLst>
          </p:cNvPr>
          <p:cNvSpPr>
            <a:spLocks noGrp="1"/>
          </p:cNvSpPr>
          <p:nvPr>
            <p:ph type="sldNum" sz="quarter" idx="4"/>
          </p:nvPr>
        </p:nvSpPr>
        <p:spPr>
          <a:xfrm>
            <a:off x="191344" y="6477216"/>
            <a:ext cx="505019" cy="180000"/>
          </a:xfrm>
          <a:prstGeom prst="rect">
            <a:avLst/>
          </a:prstGeom>
        </p:spPr>
        <p:txBody>
          <a:bodyPr vert="horz" lIns="0" tIns="0" rIns="0" bIns="0" rtlCol="0" anchor="ctr"/>
          <a:lstStyle>
            <a:defPPr>
              <a:defRPr lang="en-US"/>
            </a:defPPr>
            <a:lvl1pPr marL="0" algn="r" defTabSz="457200" rtl="0" eaLnBrk="1" latinLnBrk="0" hangingPunct="1">
              <a:defRPr sz="1050" b="1" kern="1200">
                <a:solidFill>
                  <a:srgbClr val="005198"/>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569C854-9955-467A-873C-E541C97C6FA2}" type="slidenum">
              <a:rPr lang="es-ES" noProof="0" smtClean="0">
                <a:latin typeface="Arial" panose="020B0604020202020204" pitchFamily="34" charset="0"/>
                <a:cs typeface="Arial" panose="020B0604020202020204" pitchFamily="34" charset="0"/>
              </a:rPr>
              <a:t>20</a:t>
            </a:fld>
            <a:endParaRPr lang="es-ES" noProof="0" dirty="0">
              <a:latin typeface="Arial" panose="020B0604020202020204" pitchFamily="34" charset="0"/>
              <a:cs typeface="Arial" panose="020B0604020202020204" pitchFamily="34" charset="0"/>
            </a:endParaRPr>
          </a:p>
        </p:txBody>
      </p:sp>
      <p:sp>
        <p:nvSpPr>
          <p:cNvPr id="2" name="Marcador de pie de página 2">
            <a:extLst>
              <a:ext uri="{FF2B5EF4-FFF2-40B4-BE49-F238E27FC236}">
                <a16:creationId xmlns:a16="http://schemas.microsoft.com/office/drawing/2014/main" id="{48AA4F43-C571-B0D2-B3BC-C74A0E4A8DBC}"/>
              </a:ext>
            </a:extLst>
          </p:cNvPr>
          <p:cNvSpPr>
            <a:spLocks noGrp="1"/>
          </p:cNvSpPr>
          <p:nvPr>
            <p:ph type="ftr" sz="quarter" idx="3"/>
          </p:nvPr>
        </p:nvSpPr>
        <p:spPr>
          <a:xfrm>
            <a:off x="766800" y="6408000"/>
            <a:ext cx="7153350" cy="322448"/>
          </a:xfrm>
        </p:spPr>
        <p:txBody>
          <a:bodyPr/>
          <a:lstStyle/>
          <a:p>
            <a:r>
              <a:rPr lang="es-ES" sz="1050" b="0" i="0" strike="noStrike" cap="none" spc="0" baseline="0" noProof="0" dirty="0">
                <a:solidFill>
                  <a:srgbClr val="005198"/>
                </a:solidFill>
                <a:effectLst/>
                <a:ea typeface="Arial"/>
              </a:rPr>
              <a:t>INNOVATION IN WAREHOUSING AND SUPPLY CHAIN</a:t>
            </a:r>
            <a:endParaRPr lang="es-ES" noProof="0" dirty="0"/>
          </a:p>
        </p:txBody>
      </p:sp>
      <p:sp>
        <p:nvSpPr>
          <p:cNvPr id="3" name="Marcador de texto 27">
            <a:extLst>
              <a:ext uri="{FF2B5EF4-FFF2-40B4-BE49-F238E27FC236}">
                <a16:creationId xmlns:a16="http://schemas.microsoft.com/office/drawing/2014/main" id="{E6931741-92FC-334D-62B5-B1F5606A88ED}"/>
              </a:ext>
            </a:extLst>
          </p:cNvPr>
          <p:cNvSpPr txBox="1">
            <a:spLocks/>
          </p:cNvSpPr>
          <p:nvPr/>
        </p:nvSpPr>
        <p:spPr>
          <a:xfrm>
            <a:off x="449349" y="1398272"/>
            <a:ext cx="10087229" cy="1891631"/>
          </a:xfrm>
          <a:prstGeom prst="rect">
            <a:avLst/>
          </a:prstGeom>
          <a:noFill/>
        </p:spPr>
        <p:txBody>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180000">
              <a:spcBef>
                <a:spcPts val="600"/>
              </a:spcBef>
              <a:buBlip>
                <a:blip r:embed="rId3"/>
              </a:buBlip>
            </a:pPr>
            <a:r>
              <a:rPr lang="es-ES" sz="2000" b="1" noProof="0" dirty="0">
                <a:latin typeface="Segoe UI" panose="020B0502040204020203" pitchFamily="34" charset="0"/>
                <a:cs typeface="Segoe UI" panose="020B0502040204020203" pitchFamily="34" charset="0"/>
              </a:rPr>
              <a:t>…</a:t>
            </a:r>
            <a:endParaRPr lang="es-ES" sz="2400" b="1" noProof="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4671967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8B2B9B42-495D-42ED-B6A9-1027253DB43D}"/>
              </a:ext>
            </a:extLst>
          </p:cNvPr>
          <p:cNvGraphicFramePr>
            <a:graphicFrameLocks noChangeAspect="1"/>
          </p:cNvGraphicFramePr>
          <p:nvPr>
            <p:custDataLst>
              <p:tags r:id="rId1"/>
            </p:custDataLst>
          </p:nvPr>
        </p:nvGraphicFramePr>
        <p:xfrm>
          <a:off x="1251206" y="1440"/>
          <a:ext cx="1440" cy="1440"/>
        </p:xfrm>
        <a:graphic>
          <a:graphicData uri="http://schemas.openxmlformats.org/presentationml/2006/ole">
            <mc:AlternateContent xmlns:mc="http://schemas.openxmlformats.org/markup-compatibility/2006">
              <mc:Choice xmlns:v="urn:schemas-microsoft-com:vml" Requires="v">
                <p:oleObj name="think-cell Slide" r:id="rId4" imgW="338" imgH="338" progId="TCLayout.ActiveDocument.1">
                  <p:embed/>
                </p:oleObj>
              </mc:Choice>
              <mc:Fallback>
                <p:oleObj name="think-cell Slide" r:id="rId4" imgW="338" imgH="338" progId="TCLayout.ActiveDocument.1">
                  <p:embed/>
                  <p:pic>
                    <p:nvPicPr>
                      <p:cNvPr id="2" name="Object 1" hidden="1">
                        <a:extLst>
                          <a:ext uri="{FF2B5EF4-FFF2-40B4-BE49-F238E27FC236}">
                            <a16:creationId xmlns:a16="http://schemas.microsoft.com/office/drawing/2014/main" id="{8B2B9B42-495D-42ED-B6A9-1027253DB43D}"/>
                          </a:ext>
                        </a:extLst>
                      </p:cNvPr>
                      <p:cNvPicPr/>
                      <p:nvPr/>
                    </p:nvPicPr>
                    <p:blipFill>
                      <a:blip r:embed="rId5"/>
                      <a:stretch>
                        <a:fillRect/>
                      </a:stretch>
                    </p:blipFill>
                    <p:spPr>
                      <a:xfrm>
                        <a:off x="1251206" y="1440"/>
                        <a:ext cx="1440" cy="1440"/>
                      </a:xfrm>
                      <a:prstGeom prst="rect">
                        <a:avLst/>
                      </a:prstGeom>
                    </p:spPr>
                  </p:pic>
                </p:oleObj>
              </mc:Fallback>
            </mc:AlternateContent>
          </a:graphicData>
        </a:graphic>
      </p:graphicFrame>
      <p:pic>
        <p:nvPicPr>
          <p:cNvPr id="3" name="Imagen 2">
            <a:extLst>
              <a:ext uri="{FF2B5EF4-FFF2-40B4-BE49-F238E27FC236}">
                <a16:creationId xmlns:a16="http://schemas.microsoft.com/office/drawing/2014/main" id="{91D7051A-F772-C9F7-E58D-4D8DA66DD643}"/>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7179" t="22975" b="8903"/>
          <a:stretch/>
        </p:blipFill>
        <p:spPr>
          <a:xfrm>
            <a:off x="0" y="0"/>
            <a:ext cx="12192000" cy="4938328"/>
          </a:xfrm>
          <a:prstGeom prst="rect">
            <a:avLst/>
          </a:prstGeom>
        </p:spPr>
      </p:pic>
      <p:sp>
        <p:nvSpPr>
          <p:cNvPr id="5" name="Rectángulo 4">
            <a:extLst>
              <a:ext uri="{FF2B5EF4-FFF2-40B4-BE49-F238E27FC236}">
                <a16:creationId xmlns:a16="http://schemas.microsoft.com/office/drawing/2014/main" id="{7E7CE074-7C7C-D472-9596-5C80321EBAF1}"/>
              </a:ext>
            </a:extLst>
          </p:cNvPr>
          <p:cNvSpPr/>
          <p:nvPr/>
        </p:nvSpPr>
        <p:spPr>
          <a:xfrm>
            <a:off x="-6559" y="4938328"/>
            <a:ext cx="12192000" cy="19470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pic>
        <p:nvPicPr>
          <p:cNvPr id="7" name="Imagen 6">
            <a:extLst>
              <a:ext uri="{FF2B5EF4-FFF2-40B4-BE49-F238E27FC236}">
                <a16:creationId xmlns:a16="http://schemas.microsoft.com/office/drawing/2014/main" id="{22F1243A-BF8B-8CED-5FBE-18DBF6469A23}"/>
              </a:ext>
            </a:extLst>
          </p:cNvPr>
          <p:cNvPicPr>
            <a:picLocks noChangeAspect="1"/>
          </p:cNvPicPr>
          <p:nvPr/>
        </p:nvPicPr>
        <p:blipFill>
          <a:blip r:embed="rId7">
            <a:extLst>
              <a:ext uri="{28A0092B-C50C-407E-A947-70E740481C1C}">
                <a14:useLocalDpi xmlns:a14="http://schemas.microsoft.com/office/drawing/2010/main"/>
              </a:ext>
            </a:extLst>
          </a:blip>
          <a:stretch>
            <a:fillRect/>
          </a:stretch>
        </p:blipFill>
        <p:spPr>
          <a:xfrm>
            <a:off x="2279577" y="5393285"/>
            <a:ext cx="3524198" cy="1037142"/>
          </a:xfrm>
          <a:prstGeom prst="rect">
            <a:avLst/>
          </a:prstGeom>
        </p:spPr>
      </p:pic>
      <p:pic>
        <p:nvPicPr>
          <p:cNvPr id="9" name="Gráfico 13">
            <a:extLst>
              <a:ext uri="{FF2B5EF4-FFF2-40B4-BE49-F238E27FC236}">
                <a16:creationId xmlns:a16="http://schemas.microsoft.com/office/drawing/2014/main" id="{759628D7-E06D-2B0A-C2E5-552843419C0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67407" y="1243433"/>
            <a:ext cx="3480895" cy="545908"/>
          </a:xfrm>
          <a:prstGeom prst="rect">
            <a:avLst/>
          </a:prstGeom>
        </p:spPr>
      </p:pic>
      <p:cxnSp>
        <p:nvCxnSpPr>
          <p:cNvPr id="12" name="Conector recto 15">
            <a:extLst>
              <a:ext uri="{FF2B5EF4-FFF2-40B4-BE49-F238E27FC236}">
                <a16:creationId xmlns:a16="http://schemas.microsoft.com/office/drawing/2014/main" id="{5FBBB68B-FF85-494A-9DDD-D6E10BE5E7D1}"/>
              </a:ext>
            </a:extLst>
          </p:cNvPr>
          <p:cNvCxnSpPr>
            <a:cxnSpLocks/>
          </p:cNvCxnSpPr>
          <p:nvPr/>
        </p:nvCxnSpPr>
        <p:spPr>
          <a:xfrm>
            <a:off x="767408" y="2455492"/>
            <a:ext cx="577076" cy="1"/>
          </a:xfrm>
          <a:prstGeom prst="line">
            <a:avLst/>
          </a:prstGeom>
          <a:ln w="57150">
            <a:solidFill>
              <a:srgbClr val="FA6900"/>
            </a:solidFill>
          </a:ln>
        </p:spPr>
        <p:style>
          <a:lnRef idx="1">
            <a:schemeClr val="accent1"/>
          </a:lnRef>
          <a:fillRef idx="0">
            <a:schemeClr val="accent1"/>
          </a:fillRef>
          <a:effectRef idx="0">
            <a:schemeClr val="accent1"/>
          </a:effectRef>
          <a:fontRef idx="minor">
            <a:schemeClr val="tx1"/>
          </a:fontRef>
        </p:style>
      </p:cxnSp>
      <p:cxnSp>
        <p:nvCxnSpPr>
          <p:cNvPr id="14" name="Conector recto 13">
            <a:extLst>
              <a:ext uri="{FF2B5EF4-FFF2-40B4-BE49-F238E27FC236}">
                <a16:creationId xmlns:a16="http://schemas.microsoft.com/office/drawing/2014/main" id="{7EEA3B94-9A1B-6DA4-EAA1-EE821EE137FF}"/>
              </a:ext>
            </a:extLst>
          </p:cNvPr>
          <p:cNvCxnSpPr>
            <a:cxnSpLocks/>
          </p:cNvCxnSpPr>
          <p:nvPr/>
        </p:nvCxnSpPr>
        <p:spPr>
          <a:xfrm flipV="1">
            <a:off x="6172721" y="5528070"/>
            <a:ext cx="0" cy="767573"/>
          </a:xfrm>
          <a:prstGeom prst="line">
            <a:avLst/>
          </a:prstGeom>
          <a:ln w="57150">
            <a:solidFill>
              <a:srgbClr val="FA6900"/>
            </a:solidFill>
          </a:ln>
        </p:spPr>
        <p:style>
          <a:lnRef idx="1">
            <a:schemeClr val="accent1"/>
          </a:lnRef>
          <a:fillRef idx="0">
            <a:schemeClr val="accent1"/>
          </a:fillRef>
          <a:effectRef idx="0">
            <a:schemeClr val="accent1"/>
          </a:effectRef>
          <a:fontRef idx="minor">
            <a:schemeClr val="tx1"/>
          </a:fontRef>
        </p:style>
      </p:cxnSp>
      <p:sp>
        <p:nvSpPr>
          <p:cNvPr id="15" name="CuadroTexto 14">
            <a:extLst>
              <a:ext uri="{FF2B5EF4-FFF2-40B4-BE49-F238E27FC236}">
                <a16:creationId xmlns:a16="http://schemas.microsoft.com/office/drawing/2014/main" id="{4F5D2601-83B3-51F2-8F4F-669DD1EC62A6}"/>
              </a:ext>
            </a:extLst>
          </p:cNvPr>
          <p:cNvSpPr txBox="1"/>
          <p:nvPr/>
        </p:nvSpPr>
        <p:spPr>
          <a:xfrm>
            <a:off x="744216" y="2665503"/>
            <a:ext cx="5157286" cy="1169551"/>
          </a:xfrm>
          <a:prstGeom prst="rect">
            <a:avLst/>
          </a:prstGeom>
          <a:noFill/>
        </p:spPr>
        <p:txBody>
          <a:bodyPr wrap="square" lIns="0" rIns="0">
            <a:spAutoFit/>
          </a:bodyPr>
          <a:lstStyle/>
          <a:p>
            <a:pPr>
              <a:lnSpc>
                <a:spcPts val="4200"/>
              </a:lnSpc>
            </a:pPr>
            <a:r>
              <a:rPr lang="en-GB" sz="4400" b="1" i="0" strike="noStrike" cap="none" spc="30" baseline="0" noProof="0" dirty="0">
                <a:solidFill>
                  <a:srgbClr val="FFFFFF"/>
                </a:solidFill>
                <a:effectLst/>
                <a:latin typeface="Arial"/>
                <a:ea typeface="Arial"/>
                <a:cs typeface="Arial"/>
              </a:rPr>
              <a:t>Thank </a:t>
            </a:r>
            <a:r>
              <a:rPr lang="en-GB" sz="4400" b="1" spc="30" noProof="0" dirty="0">
                <a:solidFill>
                  <a:srgbClr val="FFFFFF"/>
                </a:solidFill>
                <a:latin typeface="Arial"/>
                <a:ea typeface="Arial"/>
                <a:cs typeface="Arial"/>
              </a:rPr>
              <a:t>you for your time.</a:t>
            </a:r>
            <a:endParaRPr lang="en-GB" sz="4400" b="1" i="0" strike="noStrike" cap="none" spc="30" baseline="0" noProof="0" dirty="0">
              <a:solidFill>
                <a:srgbClr val="FFFFFF"/>
              </a:solidFill>
              <a:effectLst/>
              <a:latin typeface="Arial"/>
              <a:ea typeface="Arial"/>
              <a:cs typeface="Arial"/>
            </a:endParaRPr>
          </a:p>
        </p:txBody>
      </p:sp>
    </p:spTree>
    <p:extLst>
      <p:ext uri="{BB962C8B-B14F-4D97-AF65-F5344CB8AC3E}">
        <p14:creationId xmlns:p14="http://schemas.microsoft.com/office/powerpoint/2010/main" val="5123067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042702FF-0377-A6AA-A78A-368774E0D2B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86" imgH="348" progId="TCLayout.ActiveDocument.1">
                  <p:embed/>
                </p:oleObj>
              </mc:Choice>
              <mc:Fallback>
                <p:oleObj name="think-cell Slide" r:id="rId3" imgW="386" imgH="348" progId="TCLayout.ActiveDocument.1">
                  <p:embed/>
                  <p:pic>
                    <p:nvPicPr>
                      <p:cNvPr id="8" name="think-cell data - do not delete" hidden="1">
                        <a:extLst>
                          <a:ext uri="{FF2B5EF4-FFF2-40B4-BE49-F238E27FC236}">
                            <a16:creationId xmlns:a16="http://schemas.microsoft.com/office/drawing/2014/main" id="{042702FF-0377-A6AA-A78A-368774E0D2B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TextBox 4">
            <a:extLst>
              <a:ext uri="{FF2B5EF4-FFF2-40B4-BE49-F238E27FC236}">
                <a16:creationId xmlns:a16="http://schemas.microsoft.com/office/drawing/2014/main" id="{B0603206-2EE1-EDFA-5963-ED62E5084A2B}"/>
              </a:ext>
            </a:extLst>
          </p:cNvPr>
          <p:cNvSpPr txBox="1"/>
          <p:nvPr/>
        </p:nvSpPr>
        <p:spPr>
          <a:xfrm>
            <a:off x="532800" y="1483200"/>
            <a:ext cx="11160277" cy="2464521"/>
          </a:xfrm>
          <a:prstGeom prst="rect">
            <a:avLst/>
          </a:prstGeom>
          <a:noFill/>
        </p:spPr>
        <p:txBody>
          <a:bodyPr wrap="square" lIns="0">
            <a:spAutoFit/>
          </a:bodyPr>
          <a:lstStyle/>
          <a:p>
            <a:pPr algn="just">
              <a:lnSpc>
                <a:spcPct val="107000"/>
              </a:lnSpc>
              <a:spcAft>
                <a:spcPts val="800"/>
              </a:spcAft>
            </a:pPr>
            <a:r>
              <a:rPr lang="en-GB" sz="1200" b="1" i="0" strike="noStrike" cap="none" spc="0" baseline="0" noProof="0" dirty="0">
                <a:solidFill>
                  <a:srgbClr val="000000"/>
                </a:solidFill>
                <a:effectLst/>
                <a:latin typeface="Arial" panose="020B0604020202020204" pitchFamily="34" charset="0"/>
                <a:ea typeface="Calibri"/>
                <a:cs typeface="Arial" panose="020B0604020202020204" pitchFamily="34" charset="0"/>
              </a:rPr>
              <a:t>NON-BINDING COMMITMENT/NON-BINDING OFFER. </a:t>
            </a:r>
            <a:r>
              <a:rPr lang="en-GB" sz="1200" b="0" i="0" strike="noStrike" cap="none" spc="0" baseline="0" noProof="0" dirty="0">
                <a:solidFill>
                  <a:srgbClr val="000000"/>
                </a:solidFill>
                <a:effectLst/>
                <a:latin typeface="Arial" panose="020B0604020202020204" pitchFamily="34" charset="0"/>
                <a:ea typeface="Calibri"/>
                <a:cs typeface="Arial" panose="020B0604020202020204" pitchFamily="34" charset="0"/>
              </a:rPr>
              <a:t>This document is for informational purposes only; it is non-binding and subject to change without prior notice. Presenting this document to the client shall not be construed as an offer; therefore, no agreement or quotation shall be binding upon Mecalux unless and until a duly executed agreement or quotation is in place.</a:t>
            </a:r>
            <a:endParaRPr lang="en-GB" sz="1200" noProof="0" dirty="0">
              <a:effectLst/>
              <a:latin typeface="Arial" panose="020B0604020202020204" pitchFamily="34" charset="0"/>
              <a:ea typeface="Calibri" panose="020F0502020204030204" pitchFamily="34" charset="0"/>
              <a:cs typeface="Arial" panose="020B0604020202020204" pitchFamily="34" charset="0"/>
            </a:endParaRPr>
          </a:p>
          <a:p>
            <a:pPr algn="just">
              <a:lnSpc>
                <a:spcPct val="107000"/>
              </a:lnSpc>
              <a:spcAft>
                <a:spcPts val="800"/>
              </a:spcAft>
            </a:pPr>
            <a:r>
              <a:rPr lang="en-GB" sz="1200" b="1" i="0" strike="noStrike" cap="none" spc="0" baseline="0" noProof="0" dirty="0">
                <a:solidFill>
                  <a:srgbClr val="000000"/>
                </a:solidFill>
                <a:effectLst/>
                <a:latin typeface="Arial" panose="020B0604020202020204" pitchFamily="34" charset="0"/>
                <a:ea typeface="Calibri"/>
                <a:cs typeface="Arial" panose="020B0604020202020204" pitchFamily="34" charset="0"/>
              </a:rPr>
              <a:t>CONFIDENTIAL. </a:t>
            </a:r>
            <a:r>
              <a:rPr lang="en-GB" sz="1200" b="0" i="0" strike="noStrike" cap="none" spc="0" baseline="0" noProof="0" dirty="0">
                <a:solidFill>
                  <a:srgbClr val="000000"/>
                </a:solidFill>
                <a:effectLst/>
                <a:latin typeface="Arial" panose="020B0604020202020204" pitchFamily="34" charset="0"/>
                <a:ea typeface="Calibri"/>
                <a:cs typeface="Arial" panose="020B0604020202020204" pitchFamily="34" charset="0"/>
              </a:rPr>
              <a:t>All information contained in this document is confidential and thus shall be treated with the utmost confidentiality and protection indefinitely. It may not be disseminated, disclosed, transmitted, shared, modified, transformed, revealed, or published, even partially, directly or indirectly, without the prior written authorization of Mecalux. Mecalux provides the information without guarantees as to its accuracy or completeness. </a:t>
            </a:r>
          </a:p>
          <a:p>
            <a:pPr algn="just">
              <a:lnSpc>
                <a:spcPct val="107000"/>
              </a:lnSpc>
              <a:spcAft>
                <a:spcPts val="800"/>
              </a:spcAft>
            </a:pPr>
            <a:r>
              <a:rPr lang="en-GB" sz="1200" b="1" i="0" strike="noStrike" cap="none" spc="0" baseline="0" noProof="0" dirty="0">
                <a:solidFill>
                  <a:srgbClr val="000000"/>
                </a:solidFill>
                <a:effectLst/>
                <a:latin typeface="Arial" panose="020B0604020202020204" pitchFamily="34" charset="0"/>
                <a:ea typeface="Calibri"/>
                <a:cs typeface="Arial" panose="020B0604020202020204" pitchFamily="34" charset="0"/>
              </a:rPr>
              <a:t>INTELLECTUAL PROPERTY. </a:t>
            </a:r>
            <a:r>
              <a:rPr lang="en-GB" sz="1200" b="0" i="0" strike="noStrike" cap="none" spc="0" baseline="0" noProof="0" dirty="0">
                <a:solidFill>
                  <a:srgbClr val="000000"/>
                </a:solidFill>
                <a:effectLst/>
                <a:latin typeface="Arial" panose="020B0604020202020204" pitchFamily="34" charset="0"/>
                <a:ea typeface="Calibri"/>
                <a:cs typeface="Arial" panose="020B0604020202020204" pitchFamily="34" charset="0"/>
              </a:rPr>
              <a:t>All rights to this document, including all information and images contained therein, belong to Mecalux. Unauthorized dissemination may cause material and irreparable damages.</a:t>
            </a:r>
          </a:p>
          <a:p>
            <a:pPr algn="just">
              <a:lnSpc>
                <a:spcPct val="107000"/>
              </a:lnSpc>
              <a:spcAft>
                <a:spcPts val="800"/>
              </a:spcAft>
            </a:pPr>
            <a:r>
              <a:rPr lang="en-GB" sz="1200" noProof="0" dirty="0">
                <a:effectLst/>
                <a:latin typeface="Arial" panose="020B0604020202020204" pitchFamily="34" charset="0"/>
                <a:ea typeface="Calibri" panose="020F0502020204030204" pitchFamily="34" charset="0"/>
                <a:cs typeface="Arial" panose="020B0604020202020204" pitchFamily="34" charset="0"/>
              </a:rPr>
              <a:t> </a:t>
            </a:r>
          </a:p>
          <a:p>
            <a:pPr algn="just">
              <a:lnSpc>
                <a:spcPct val="107000"/>
              </a:lnSpc>
              <a:spcAft>
                <a:spcPts val="800"/>
              </a:spcAft>
            </a:pPr>
            <a:r>
              <a:rPr lang="en-GB" sz="1200" b="1" i="0" strike="noStrike" cap="none" spc="0" baseline="0" noProof="0" dirty="0">
                <a:solidFill>
                  <a:srgbClr val="000000"/>
                </a:solidFill>
                <a:effectLst/>
                <a:latin typeface="Arial" panose="020B0604020202020204" pitchFamily="34" charset="0"/>
                <a:ea typeface="Calibri"/>
                <a:cs typeface="Arial" panose="020B0604020202020204" pitchFamily="34" charset="0"/>
              </a:rPr>
              <a:t>Copyright © Mecalux, S.A. All rights reserved</a:t>
            </a:r>
            <a:endParaRPr lang="en-GB" sz="1200" noProof="0" dirty="0">
              <a:effectLst/>
              <a:latin typeface="Arial" panose="020B0604020202020204" pitchFamily="34" charset="0"/>
              <a:ea typeface="Calibri" panose="020F0502020204030204" pitchFamily="34" charset="0"/>
              <a:cs typeface="Arial" panose="020B0604020202020204" pitchFamily="34" charset="0"/>
            </a:endParaRPr>
          </a:p>
        </p:txBody>
      </p:sp>
      <p:sp>
        <p:nvSpPr>
          <p:cNvPr id="11" name="Marcador de número de diapositiva 5">
            <a:extLst>
              <a:ext uri="{FF2B5EF4-FFF2-40B4-BE49-F238E27FC236}">
                <a16:creationId xmlns:a16="http://schemas.microsoft.com/office/drawing/2014/main" id="{A8C46AFC-8BDA-52B6-4950-ABCB6D266477}"/>
              </a:ext>
            </a:extLst>
          </p:cNvPr>
          <p:cNvSpPr txBox="1"/>
          <p:nvPr/>
        </p:nvSpPr>
        <p:spPr>
          <a:xfrm>
            <a:off x="191344" y="6477216"/>
            <a:ext cx="505019" cy="180000"/>
          </a:xfrm>
          <a:prstGeom prst="rect">
            <a:avLst/>
          </a:prstGeom>
        </p:spPr>
        <p:txBody>
          <a:bodyPr vert="horz" lIns="0" tIns="0" rIns="0" bIns="0" rtlCol="0" anchor="ctr"/>
          <a:lstStyle>
            <a:defPPr>
              <a:defRPr lang="en-US"/>
            </a:defPPr>
            <a:lvl1pPr marL="0" algn="r" defTabSz="457200" rtl="0" eaLnBrk="1" latinLnBrk="0" hangingPunct="1">
              <a:defRPr sz="1050" b="1" kern="1200">
                <a:solidFill>
                  <a:srgbClr val="005198"/>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569C854-9955-467A-873C-E541C97C6FA2}" type="slidenum">
              <a:rPr lang="en-GB" noProof="0" smtClean="0">
                <a:latin typeface="Arial" panose="020B0604020202020204" pitchFamily="34" charset="0"/>
                <a:cs typeface="Arial" panose="020B0604020202020204" pitchFamily="34" charset="0"/>
              </a:rPr>
              <a:t>22</a:t>
            </a:fld>
            <a:endParaRPr lang="en-GB" noProof="0" dirty="0">
              <a:latin typeface="Arial" panose="020B0604020202020204" pitchFamily="34" charset="0"/>
              <a:cs typeface="Arial" panose="020B0604020202020204" pitchFamily="34" charset="0"/>
            </a:endParaRPr>
          </a:p>
        </p:txBody>
      </p:sp>
      <p:sp>
        <p:nvSpPr>
          <p:cNvPr id="3" name="CuadroTexto 2">
            <a:extLst>
              <a:ext uri="{FF2B5EF4-FFF2-40B4-BE49-F238E27FC236}">
                <a16:creationId xmlns:a16="http://schemas.microsoft.com/office/drawing/2014/main" id="{A4A10825-40FC-C4CB-118E-404C429F5A24}"/>
              </a:ext>
            </a:extLst>
          </p:cNvPr>
          <p:cNvSpPr txBox="1"/>
          <p:nvPr/>
        </p:nvSpPr>
        <p:spPr>
          <a:xfrm>
            <a:off x="534563" y="255103"/>
            <a:ext cx="6178550" cy="276999"/>
          </a:xfrm>
          <a:prstGeom prst="rect">
            <a:avLst/>
          </a:prstGeom>
          <a:noFill/>
        </p:spPr>
        <p:txBody>
          <a:bodyPr wrap="square" lIns="0" rIns="0">
            <a:spAutoFit/>
          </a:bodyPr>
          <a:lstStyle/>
          <a:p>
            <a:r>
              <a:rPr lang="en-GB" sz="1200" noProof="0" dirty="0">
                <a:solidFill>
                  <a:srgbClr val="808080"/>
                </a:solidFill>
                <a:latin typeface="Arial" panose="020B0604020202020204" pitchFamily="34" charset="0"/>
                <a:cs typeface="Arial" panose="020B0604020202020204" pitchFamily="34" charset="0"/>
              </a:rPr>
              <a:t>INNOVATION IN WAREHOUSING AND SUPPLY CHAIN</a:t>
            </a:r>
          </a:p>
        </p:txBody>
      </p:sp>
      <p:sp>
        <p:nvSpPr>
          <p:cNvPr id="4" name="Título 8">
            <a:extLst>
              <a:ext uri="{FF2B5EF4-FFF2-40B4-BE49-F238E27FC236}">
                <a16:creationId xmlns:a16="http://schemas.microsoft.com/office/drawing/2014/main" id="{42387707-712A-F642-9ACD-CBCE2344A791}"/>
              </a:ext>
            </a:extLst>
          </p:cNvPr>
          <p:cNvSpPr txBox="1"/>
          <p:nvPr/>
        </p:nvSpPr>
        <p:spPr>
          <a:xfrm>
            <a:off x="532800" y="906753"/>
            <a:ext cx="4481317" cy="412016"/>
          </a:xfrm>
          <a:prstGeom prst="rect">
            <a:avLst/>
          </a:prstGeom>
        </p:spPr>
        <p:txBody>
          <a:bodyPr vert="horz" wrap="none" lIns="0" tIns="0" rIns="0" bIns="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ts val="3400"/>
              </a:lnSpc>
            </a:pPr>
            <a:r>
              <a:rPr lang="en-GB" sz="2200" b="1" i="0" strike="noStrike" cap="all" spc="0" baseline="0" noProof="0" dirty="0">
                <a:solidFill>
                  <a:srgbClr val="115198"/>
                </a:solidFill>
                <a:effectLst/>
                <a:latin typeface="Arial" panose="020B0604020202020204" pitchFamily="34" charset="0"/>
                <a:ea typeface="Arial"/>
                <a:cs typeface="Arial" panose="020B0604020202020204" pitchFamily="34" charset="0"/>
              </a:rPr>
              <a:t>DISCLAIMER</a:t>
            </a:r>
          </a:p>
        </p:txBody>
      </p:sp>
      <p:cxnSp>
        <p:nvCxnSpPr>
          <p:cNvPr id="6" name="Conector recto 5">
            <a:extLst>
              <a:ext uri="{FF2B5EF4-FFF2-40B4-BE49-F238E27FC236}">
                <a16:creationId xmlns:a16="http://schemas.microsoft.com/office/drawing/2014/main" id="{2410018D-C766-263A-3945-90E7873BACC0}"/>
              </a:ext>
            </a:extLst>
          </p:cNvPr>
          <p:cNvCxnSpPr/>
          <p:nvPr/>
        </p:nvCxnSpPr>
        <p:spPr>
          <a:xfrm>
            <a:off x="546867" y="831096"/>
            <a:ext cx="354273" cy="0"/>
          </a:xfrm>
          <a:prstGeom prst="line">
            <a:avLst/>
          </a:prstGeom>
          <a:ln w="31750">
            <a:solidFill>
              <a:srgbClr val="FA6900"/>
            </a:solidFill>
          </a:ln>
        </p:spPr>
        <p:style>
          <a:lnRef idx="1">
            <a:schemeClr val="accent1"/>
          </a:lnRef>
          <a:fillRef idx="0">
            <a:schemeClr val="accent1"/>
          </a:fillRef>
          <a:effectRef idx="0">
            <a:schemeClr val="accent1"/>
          </a:effectRef>
          <a:fontRef idx="minor">
            <a:schemeClr val="tx1"/>
          </a:fontRef>
        </p:style>
      </p:cxnSp>
      <p:sp>
        <p:nvSpPr>
          <p:cNvPr id="7" name="Marcador de pie de página 2">
            <a:extLst>
              <a:ext uri="{FF2B5EF4-FFF2-40B4-BE49-F238E27FC236}">
                <a16:creationId xmlns:a16="http://schemas.microsoft.com/office/drawing/2014/main" id="{E8E3F3B4-FF67-325A-03CF-74477360D4E4}"/>
              </a:ext>
            </a:extLst>
          </p:cNvPr>
          <p:cNvSpPr>
            <a:spLocks noGrp="1"/>
          </p:cNvSpPr>
          <p:nvPr>
            <p:ph type="ftr" sz="quarter" idx="3"/>
          </p:nvPr>
        </p:nvSpPr>
        <p:spPr>
          <a:xfrm>
            <a:off x="766800" y="6408000"/>
            <a:ext cx="7153350" cy="322448"/>
          </a:xfrm>
        </p:spPr>
        <p:txBody>
          <a:bodyPr/>
          <a:lstStyle/>
          <a:p>
            <a:r>
              <a:rPr lang="en-GB" sz="1050" b="0" i="0" strike="noStrike" cap="none" spc="0" baseline="0" noProof="0" dirty="0">
                <a:solidFill>
                  <a:srgbClr val="005198"/>
                </a:solidFill>
                <a:effectLst/>
                <a:ea typeface="Arial"/>
              </a:rPr>
              <a:t>INNOVATION IN WAREHOUSING AND SUPPLY CHAIN</a:t>
            </a:r>
            <a:endParaRPr lang="en-GB" noProof="0" dirty="0"/>
          </a:p>
        </p:txBody>
      </p:sp>
    </p:spTree>
    <p:extLst>
      <p:ext uri="{BB962C8B-B14F-4D97-AF65-F5344CB8AC3E}">
        <p14:creationId xmlns:p14="http://schemas.microsoft.com/office/powerpoint/2010/main" val="816027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S_OS" val="Microsoft Windows NT 10.0"/>
  <p:tag name="AS_RELEASE_DATE" val="2021.10.31"/>
  <p:tag name="AS_TITLE" val="Aspose.Slides for Java"/>
  <p:tag name="AS_VERSION" val="21.10"/>
  <p:tag name="MMPROD_NEXTUNIQUEID" val="10009"/>
  <p:tag name="MMPROD_UIDATA" val="&lt;database version=&quot;7.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quot;/&gt;&lt;property id=&quot;20307&quot; value=&quot;256&quot;/&gt;&lt;/object&gt;&lt;object type=&quot;3&quot; unique_id=&quot;10006&quot;&gt;&lt;property id=&quot;20148&quot; value=&quot;5&quot;/&gt;&lt;property id=&quot;20300&quot; value=&quot;Slide 2&quot;/&gt;&lt;property id=&quot;20307&quot; value=&quot;637&quot;/&gt;&lt;/object&gt;&lt;object type=&quot;3&quot; unique_id=&quot;10007&quot;&gt;&lt;property id=&quot;20148&quot; value=&quot;5&quot;/&gt;&lt;property id=&quot;20300&quot; value=&quot;Slide 3&quot;/&gt;&lt;property id=&quot;20307&quot; value=&quot;668&quot;/&gt;&lt;/object&gt;&lt;object type=&quot;3&quot; unique_id=&quot;10008&quot;&gt;&lt;property id=&quot;20148&quot; value=&quot;5&quot;/&gt;&lt;property id=&quot;20300&quot; value=&quot;Slide 4&quot;/&gt;&lt;property id=&quot;20307&quot; value=&quot;669&quot;/&gt;&lt;/object&gt;&lt;object type=&quot;3&quot; unique_id=&quot;10009&quot;&gt;&lt;property id=&quot;20148&quot; value=&quot;5&quot;/&gt;&lt;property id=&quot;20300&quot; value=&quot;Slide 5&quot;/&gt;&lt;property id=&quot;20307&quot; value=&quot;670&quot;/&gt;&lt;/object&gt;&lt;object type=&quot;3&quot; unique_id=&quot;10010&quot;&gt;&lt;property id=&quot;20148&quot; value=&quot;5&quot;/&gt;&lt;property id=&quot;20300&quot; value=&quot;Slide 6&quot;/&gt;&lt;property id=&quot;20307&quot; value=&quot;671&quot;/&gt;&lt;/object&gt;&lt;object type=&quot;3&quot; unique_id=&quot;10012&quot;&gt;&lt;property id=&quot;20148&quot; value=&quot;5&quot;/&gt;&lt;property id=&quot;20300&quot; value=&quot;Slide 7&quot;/&gt;&lt;property id=&quot;20307&quot; value=&quot;673&quot;/&gt;&lt;/object&gt;&lt;object type=&quot;3&quot; unique_id=&quot;10013&quot;&gt;&lt;property id=&quot;20148&quot; value=&quot;5&quot;/&gt;&lt;property id=&quot;20300&quot; value=&quot;Slide 9&quot;/&gt;&lt;property id=&quot;20307&quot; value=&quot;674&quot;/&gt;&lt;/object&gt;&lt;object type=&quot;3&quot; unique_id=&quot;10014&quot;&gt;&lt;property id=&quot;20148&quot; value=&quot;5&quot;/&gt;&lt;property id=&quot;20300&quot; value=&quot;Slide 10&quot;/&gt;&lt;property id=&quot;20307&quot; value=&quot;675&quot;/&gt;&lt;/object&gt;&lt;object type=&quot;3&quot; unique_id=&quot;10015&quot;&gt;&lt;property id=&quot;20148&quot; value=&quot;5&quot;/&gt;&lt;property id=&quot;20300&quot; value=&quot;Slide 11&quot;/&gt;&lt;property id=&quot;20307&quot; value=&quot;678&quot;/&gt;&lt;/object&gt;&lt;object type=&quot;3&quot; unique_id=&quot;10016&quot;&gt;&lt;property id=&quot;20148&quot; value=&quot;5&quot;/&gt;&lt;property id=&quot;20300&quot; value=&quot;Slide 12&quot;/&gt;&lt;property id=&quot;20307&quot; value=&quot;677&quot;/&gt;&lt;/object&gt;&lt;object type=&quot;3&quot; unique_id=&quot;10017&quot;&gt;&lt;property id=&quot;20148&quot; value=&quot;5&quot;/&gt;&lt;property id=&quot;20300&quot; value=&quot;Slide 13&quot;/&gt;&lt;property id=&quot;20307&quot; value=&quot;679&quot;/&gt;&lt;/object&gt;&lt;object type=&quot;3&quot; unique_id=&quot;10018&quot;&gt;&lt;property id=&quot;20148&quot; value=&quot;5&quot;/&gt;&lt;property id=&quot;20300&quot; value=&quot;Slide 14&quot;/&gt;&lt;property id=&quot;20307&quot; value=&quot;676&quot;/&gt;&lt;/object&gt;&lt;object type=&quot;3&quot; unique_id=&quot;10019&quot;&gt;&lt;property id=&quot;20148&quot; value=&quot;5&quot;/&gt;&lt;property id=&quot;20300&quot; value=&quot;Slide 15&quot;/&gt;&lt;property id=&quot;20307&quot; value=&quot;639&quot;/&gt;&lt;/object&gt;&lt;object type=&quot;3&quot; unique_id=&quot;10020&quot;&gt;&lt;property id=&quot;20148&quot; value=&quot;5&quot;/&gt;&lt;property id=&quot;20300&quot; value=&quot;Slide 16&quot;/&gt;&lt;property id=&quot;20307&quot; value=&quot;653&quot;/&gt;&lt;/object&gt;&lt;object type=&quot;3&quot; unique_id=&quot;10022&quot;&gt;&lt;property id=&quot;20148&quot; value=&quot;5&quot;/&gt;&lt;property id=&quot;20300&quot; value=&quot;Slide 17&quot;/&gt;&lt;property id=&quot;20307&quot; value=&quot;641&quot;/&gt;&lt;/object&gt;&lt;object type=&quot;3&quot; unique_id=&quot;10024&quot;&gt;&lt;property id=&quot;20148&quot; value=&quot;5&quot;/&gt;&lt;property id=&quot;20300&quot; value=&quot;Slide 18&quot;/&gt;&lt;property id=&quot;20307&quot; value=&quot;654&quot;/&gt;&lt;/object&gt;&lt;object type=&quot;3&quot; unique_id=&quot;10025&quot;&gt;&lt;property id=&quot;20148&quot; value=&quot;5&quot;/&gt;&lt;property id=&quot;20300&quot; value=&quot;Slide 19&quot;/&gt;&lt;property id=&quot;20307&quot; value=&quot;652&quot;/&gt;&lt;/object&gt;&lt;object type=&quot;3&quot; unique_id=&quot;10027&quot;&gt;&lt;property id=&quot;20148&quot; value=&quot;5&quot;/&gt;&lt;property id=&quot;20300&quot; value=&quot;Slide 20&quot;/&gt;&lt;property id=&quot;20307&quot; value=&quot;579&quot;/&gt;&lt;/object&gt;&lt;object type=&quot;3&quot; unique_id=&quot;10028&quot;&gt;&lt;property id=&quot;20148&quot; value=&quot;5&quot;/&gt;&lt;property id=&quot;20300&quot; value=&quot;Slide 21&quot;/&gt;&lt;property id=&quot;20307&quot; value=&quot;580&quot;/&gt;&lt;/object&gt;&lt;object type=&quot;3&quot; unique_id=&quot;10040&quot;&gt;&lt;property id=&quot;20148&quot; value=&quot;5&quot;/&gt;&lt;property id=&quot;20300&quot; value=&quot;Slide 22&quot;/&gt;&lt;property id=&quot;20307&quot; value=&quot;595&quot;/&gt;&lt;/object&gt;&lt;object type=&quot;3&quot; unique_id=&quot;10063&quot;&gt;&lt;property id=&quot;20148&quot; value=&quot;5&quot;/&gt;&lt;property id=&quot;20300&quot; value=&quot;Slide 31&quot;/&gt;&lt;property id=&quot;20307&quot; value=&quot;643&quot;/&gt;&lt;/object&gt;&lt;object type=&quot;3&quot; unique_id=&quot;10064&quot;&gt;&lt;property id=&quot;20148&quot; value=&quot;5&quot;/&gt;&lt;property id=&quot;20300&quot; value=&quot;Slide 32&quot;/&gt;&lt;property id=&quot;20307&quot; value=&quot;644&quot;/&gt;&lt;/object&gt;&lt;object type=&quot;3&quot; unique_id=&quot;10065&quot;&gt;&lt;property id=&quot;20148&quot; value=&quot;5&quot;/&gt;&lt;property id=&quot;20300&quot; value=&quot;Slide 33&quot;/&gt;&lt;property id=&quot;20307&quot; value=&quot;645&quot;/&gt;&lt;/object&gt;&lt;object type=&quot;3&quot; unique_id=&quot;10067&quot;&gt;&lt;property id=&quot;20148&quot; value=&quot;5&quot;/&gt;&lt;property id=&quot;20300&quot; value=&quot;Slide 34&quot;/&gt;&lt;property id=&quot;20307&quot; value=&quot;665&quot;/&gt;&lt;/object&gt;&lt;object type=&quot;3&quot; unique_id=&quot;10068&quot;&gt;&lt;property id=&quot;20148&quot; value=&quot;5&quot;/&gt;&lt;property id=&quot;20300&quot; value=&quot;Slide 35&quot;/&gt;&lt;property id=&quot;20307&quot; value=&quot;666&quot;/&gt;&lt;/object&gt;&lt;object type=&quot;3&quot; unique_id=&quot;10070&quot;&gt;&lt;property id=&quot;20148&quot; value=&quot;5&quot;/&gt;&lt;property id=&quot;20300&quot; value=&quot;Slide 45&quot;/&gt;&lt;property id=&quot;20307&quot; value=&quot;660&quot;/&gt;&lt;/object&gt;&lt;object type=&quot;3&quot; unique_id=&quot;10071&quot;&gt;&lt;property id=&quot;20148&quot; value=&quot;5&quot;/&gt;&lt;property id=&quot;20300&quot; value=&quot;Slide 46&quot;/&gt;&lt;property id=&quot;20307&quot; value=&quot;661&quot;/&gt;&lt;/object&gt;&lt;object type=&quot;3&quot; unique_id=&quot;10072&quot;&gt;&lt;property id=&quot;20148&quot; value=&quot;5&quot;/&gt;&lt;property id=&quot;20300&quot; value=&quot;Slide 47&quot;/&gt;&lt;property id=&quot;20307&quot; value=&quot;662&quot;/&gt;&lt;/object&gt;&lt;object type=&quot;3&quot; unique_id=&quot;10073&quot;&gt;&lt;property id=&quot;20148&quot; value=&quot;5&quot;/&gt;&lt;property id=&quot;20300&quot; value=&quot;Slide 48&quot;/&gt;&lt;property id=&quot;20307&quot; value=&quot;328&quot;/&gt;&lt;/object&gt;&lt;object type=&quot;3&quot; unique_id=&quot;10074&quot;&gt;&lt;property id=&quot;20148&quot; value=&quot;5&quot;/&gt;&lt;property id=&quot;20300&quot; value=&quot;Slide 49&quot;/&gt;&lt;property id=&quot;20307&quot; value=&quot;462&quot;/&gt;&lt;/object&gt;&lt;object type=&quot;3&quot; unique_id=&quot;11974&quot;&gt;&lt;property id=&quot;20148&quot; value=&quot;5&quot;/&gt;&lt;property id=&quot;20300&quot; value=&quot;Slide 37&quot;/&gt;&lt;property id=&quot;20307&quot; value=&quot;681&quot;/&gt;&lt;/object&gt;&lt;object type=&quot;3&quot; unique_id=&quot;11975&quot;&gt;&lt;property id=&quot;20148&quot; value=&quot;5&quot;/&gt;&lt;property id=&quot;20300&quot; value=&quot;Slide 39&quot;/&gt;&lt;property id=&quot;20307&quot; value=&quot;682&quot;/&gt;&lt;/object&gt;&lt;object type=&quot;3&quot; unique_id=&quot;11976&quot;&gt;&lt;property id=&quot;20148&quot; value=&quot;5&quot;/&gt;&lt;property id=&quot;20300&quot; value=&quot;Slide 41&quot;/&gt;&lt;property id=&quot;20307&quot; value=&quot;683&quot;/&gt;&lt;/object&gt;&lt;object type=&quot;3&quot; unique_id=&quot;11977&quot;&gt;&lt;property id=&quot;20148&quot; value=&quot;5&quot;/&gt;&lt;property id=&quot;20300&quot; value=&quot;Slide 43&quot;/&gt;&lt;property id=&quot;20307&quot; value=&quot;684&quot;/&gt;&lt;/object&gt;&lt;object type=&quot;3&quot; unique_id=&quot;12548&quot;&gt;&lt;property id=&quot;20148&quot; value=&quot;5&quot;/&gt;&lt;property id=&quot;20300&quot; value=&quot;Slide 44&quot;/&gt;&lt;property id=&quot;20307&quot; value=&quot;685&quot;/&gt;&lt;/object&gt;&lt;object type=&quot;3&quot; unique_id=&quot;13171&quot;&gt;&lt;property id=&quot;20148&quot; value=&quot;5&quot;/&gt;&lt;property id=&quot;20300&quot; value=&quot;Slide 36&quot;/&gt;&lt;property id=&quot;20307&quot; value=&quot;686&quot;/&gt;&lt;/object&gt;&lt;object type=&quot;3&quot; unique_id=&quot;14026&quot;&gt;&lt;property id=&quot;20148&quot; value=&quot;5&quot;/&gt;&lt;property id=&quot;20300&quot; value=&quot;Slide 23&quot;/&gt;&lt;property id=&quot;20307&quot; value=&quot;687&quot;/&gt;&lt;/object&gt;&lt;object type=&quot;3&quot; unique_id=&quot;14027&quot;&gt;&lt;property id=&quot;20148&quot; value=&quot;5&quot;/&gt;&lt;property id=&quot;20300&quot; value=&quot;Slide 24&quot;/&gt;&lt;property id=&quot;20307&quot; value=&quot;688&quot;/&gt;&lt;/object&gt;&lt;object type=&quot;3&quot; unique_id=&quot;14028&quot;&gt;&lt;property id=&quot;20148&quot; value=&quot;5&quot;/&gt;&lt;property id=&quot;20300&quot; value=&quot;Slide 25&quot;/&gt;&lt;property id=&quot;20307&quot; value=&quot;689&quot;/&gt;&lt;/object&gt;&lt;object type=&quot;3&quot; unique_id=&quot;14029&quot;&gt;&lt;property id=&quot;20148&quot; value=&quot;5&quot;/&gt;&lt;property id=&quot;20300&quot; value=&quot;Slide 26&quot;/&gt;&lt;property id=&quot;20307&quot; value=&quot;690&quot;/&gt;&lt;/object&gt;&lt;object type=&quot;3&quot; unique_id=&quot;14030&quot;&gt;&lt;property id=&quot;20148&quot; value=&quot;5&quot;/&gt;&lt;property id=&quot;20300&quot; value=&quot;Slide 27&quot;/&gt;&lt;property id=&quot;20307&quot; value=&quot;691&quot;/&gt;&lt;/object&gt;&lt;object type=&quot;3&quot; unique_id=&quot;14574&quot;&gt;&lt;property id=&quot;20148&quot; value=&quot;5&quot;/&gt;&lt;property id=&quot;20300&quot; value=&quot;Slide 8&quot;/&gt;&lt;property id=&quot;20307&quot; value=&quot;701&quot;/&gt;&lt;/object&gt;&lt;object type=&quot;3&quot; unique_id=&quot;14575&quot;&gt;&lt;property id=&quot;20148&quot; value=&quot;5&quot;/&gt;&lt;property id=&quot;20300&quot; value=&quot;Slide 28&quot;/&gt;&lt;property id=&quot;20307&quot; value=&quot;698&quot;/&gt;&lt;/object&gt;&lt;object type=&quot;3&quot; unique_id=&quot;14576&quot;&gt;&lt;property id=&quot;20148&quot; value=&quot;5&quot;/&gt;&lt;property id=&quot;20300&quot; value=&quot;Slide 29&quot;/&gt;&lt;property id=&quot;20307&quot; value=&quot;699&quot;/&gt;&lt;/object&gt;&lt;object type=&quot;3&quot; unique_id=&quot;14577&quot;&gt;&lt;property id=&quot;20148&quot; value=&quot;5&quot;/&gt;&lt;property id=&quot;20300&quot; value=&quot;Slide 30&quot;/&gt;&lt;property id=&quot;20307&quot; value=&quot;700&quot;/&gt;&lt;/object&gt;&lt;object type=&quot;3&quot; unique_id=&quot;14578&quot;&gt;&lt;property id=&quot;20148&quot; value=&quot;5&quot;/&gt;&lt;property id=&quot;20300&quot; value=&quot;Slide 38&quot;/&gt;&lt;property id=&quot;20307&quot; value=&quot;695&quot;/&gt;&lt;/object&gt;&lt;object type=&quot;3&quot; unique_id=&quot;14579&quot;&gt;&lt;property id=&quot;20148&quot; value=&quot;5&quot;/&gt;&lt;property id=&quot;20300&quot; value=&quot;Slide 40&quot;/&gt;&lt;property id=&quot;20307&quot; value=&quot;696&quot;/&gt;&lt;/object&gt;&lt;object type=&quot;3&quot; unique_id=&quot;14580&quot;&gt;&lt;property id=&quot;20148&quot; value=&quot;5&quot;/&gt;&lt;property id=&quot;20300&quot; value=&quot;Slide 42&quot;/&gt;&lt;property id=&quot;20307&quot; value=&quot;697&quot;/&gt;&lt;/object&gt;&lt;/object&gt;&lt;/object&gt;&lt;/database&gt;"/>
  <p:tag name="SECTOMILLISECCONVERTED" val="1"/>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KfcMmHa7nH_gkd1BAqOM6A"/>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panose="020F0502020204030204"/>
        <a:ea typeface="Calibri"/>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panose="020F0502020204030204"/>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panose="020F0502020204030204"/>
        <a:ea typeface="Calibri"/>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panose="020F0502020204030204"/>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8.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9.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0.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26156376-6446-41c4-a897-f6f8e028d24b">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9C25E5D21946364C8301545797D7AE5D" ma:contentTypeVersion="10" ma:contentTypeDescription="Crear nuevo documento." ma:contentTypeScope="" ma:versionID="5e14184247b26f36e691bd8b71b7f589">
  <xsd:schema xmlns:xsd="http://www.w3.org/2001/XMLSchema" xmlns:xs="http://www.w3.org/2001/XMLSchema" xmlns:p="http://schemas.microsoft.com/office/2006/metadata/properties" xmlns:ns2="26156376-6446-41c4-a897-f6f8e028d24b" targetNamespace="http://schemas.microsoft.com/office/2006/metadata/properties" ma:root="true" ma:fieldsID="866d3b202d004eb0b9883be7ec912427" ns2:_="">
    <xsd:import namespace="26156376-6446-41c4-a897-f6f8e028d24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156376-6446-41c4-a897-f6f8e028d24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Etiquetas de imagen" ma:readOnly="false" ma:fieldId="{5cf76f15-5ced-4ddc-b409-7134ff3c332f}" ma:taxonomyMulti="true" ma:sspId="557ac9af-67b7-47d9-a2e4-de89ea9ca688"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4AC993E-6C27-4172-B0F1-F4774F0ED0A3}">
  <ds:schemaRefs>
    <ds:schemaRef ds:uri="http://schemas.microsoft.com/office/2006/metadata/properties"/>
    <ds:schemaRef ds:uri="http://schemas.microsoft.com/office/infopath/2007/PartnerControls"/>
    <ds:schemaRef ds:uri="26156376-6446-41c4-a897-f6f8e028d24b"/>
  </ds:schemaRefs>
</ds:datastoreItem>
</file>

<file path=customXml/itemProps2.xml><?xml version="1.0" encoding="utf-8"?>
<ds:datastoreItem xmlns:ds="http://schemas.openxmlformats.org/officeDocument/2006/customXml" ds:itemID="{2804121F-67C5-4B6D-9857-55C4CCEC9EA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6156376-6446-41c4-a897-f6f8e028d24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E211E22-B5F4-48AC-9507-61533B79E65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{5C7B0102-D9AA-A443-BB5F-E7D6F07D84FA}tf16401369</Template>
  <TotalTime>29946</TotalTime>
  <Words>2107</Words>
  <Application>Microsoft Office PowerPoint</Application>
  <PresentationFormat>Panorámica</PresentationFormat>
  <Paragraphs>375</Paragraphs>
  <Slides>22</Slides>
  <Notes>21</Notes>
  <HiddenSlides>0</HiddenSlides>
  <MMClips>0</MMClips>
  <ScaleCrop>false</ScaleCrop>
  <HeadingPairs>
    <vt:vector size="8" baseType="variant">
      <vt:variant>
        <vt:lpstr>Fuentes usadas</vt:lpstr>
      </vt:variant>
      <vt:variant>
        <vt:i4>3</vt:i4>
      </vt:variant>
      <vt:variant>
        <vt:lpstr>Tema</vt:lpstr>
      </vt:variant>
      <vt:variant>
        <vt:i4>1</vt:i4>
      </vt:variant>
      <vt:variant>
        <vt:lpstr>Servidores OLE incrustados</vt:lpstr>
      </vt:variant>
      <vt:variant>
        <vt:i4>1</vt:i4>
      </vt:variant>
      <vt:variant>
        <vt:lpstr>Títulos de diapositiva</vt:lpstr>
      </vt:variant>
      <vt:variant>
        <vt:i4>22</vt:i4>
      </vt:variant>
    </vt:vector>
  </HeadingPairs>
  <TitlesOfParts>
    <vt:vector size="27" baseType="lpstr">
      <vt:lpstr>Arial</vt:lpstr>
      <vt:lpstr>Calibri</vt:lpstr>
      <vt:lpstr>Segoe UI</vt:lpstr>
      <vt:lpstr>Tema de Office</vt:lpstr>
      <vt:lpstr>think-cell Slide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Carmen Meneses Gutierrez</dc:creator>
  <cp:lastModifiedBy>Alvaro Blanco Perez</cp:lastModifiedBy>
  <cp:revision>1127</cp:revision>
  <cp:lastPrinted>2024-01-11T12:58:09Z</cp:lastPrinted>
  <dcterms:created xsi:type="dcterms:W3CDTF">2008-01-18T10:11:33Z</dcterms:created>
  <dcterms:modified xsi:type="dcterms:W3CDTF">2026-10-05T13:55:04Z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0x0101009C25E5D21946364C8301545797D7AE5D</vt:lpwstr>
  </property>
</Properties>
</file>